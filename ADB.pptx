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5143500" cx="9144000"/>
  <p:notesSz cx="6858000" cy="9144000"/>
  <p:embeddedFontLst>
    <p:embeddedFont>
      <p:font typeface="Source Code Pro"/>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21" roundtripDataSignature="AMtx7miHzH6ISIeyleGyH2seM112vBCXm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SourceCodePro-boldItalic.fntdata"/><Relationship Id="rId11" Type="http://schemas.openxmlformats.org/officeDocument/2006/relationships/slide" Target="slides/slide5.xml"/><Relationship Id="rId10" Type="http://schemas.openxmlformats.org/officeDocument/2006/relationships/slide" Target="slides/slide4.xml"/><Relationship Id="rId21" Type="http://customschemas.google.com/relationships/presentationmetadata" Target="metadata"/><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SourceCodePro-regular.fntdata"/><Relationship Id="rId16" Type="http://schemas.openxmlformats.org/officeDocument/2006/relationships/slide" Target="slides/slide10.xml"/><Relationship Id="rId5" Type="http://schemas.openxmlformats.org/officeDocument/2006/relationships/slideMaster" Target="slideMasters/slideMaster2.xml"/><Relationship Id="rId19" Type="http://schemas.openxmlformats.org/officeDocument/2006/relationships/font" Target="fonts/SourceCodePro-italic.fntdata"/><Relationship Id="rId6" Type="http://schemas.openxmlformats.org/officeDocument/2006/relationships/notesMaster" Target="notesMasters/notesMaster1.xml"/><Relationship Id="rId18" Type="http://schemas.openxmlformats.org/officeDocument/2006/relationships/font" Target="fonts/SourceCodePro-bold.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 name="Google Shape;9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 name="Google Shape;13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b9224b0e4a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b9224b0e4a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b9224b0e4a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b9224b0e4a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b9224b0e4a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b9224b0e4a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9" name="Google Shape;15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9"/>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9"/>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12"/>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5" name="Google Shape;15;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 name="Google Shape;18;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9" name="Google Shape;19;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14"/>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14"/>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16"/>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16"/>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17"/>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18"/>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18"/>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18"/>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18"/>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9"/>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20"/>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20"/>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type="title">
  <p:cSld name="TITLE">
    <p:bg>
      <p:bgPr>
        <a:solidFill>
          <a:schemeClr val="dk1"/>
        </a:solidFill>
      </p:bgPr>
    </p:bg>
    <p:spTree>
      <p:nvGrpSpPr>
        <p:cNvPr id="52" name="Shape 52"/>
        <p:cNvGrpSpPr/>
        <p:nvPr/>
      </p:nvGrpSpPr>
      <p:grpSpPr>
        <a:xfrm>
          <a:off x="0" y="0"/>
          <a:ext cx="0" cy="0"/>
          <a:chOff x="0" y="0"/>
          <a:chExt cx="0" cy="0"/>
        </a:xfrm>
      </p:grpSpPr>
      <p:sp>
        <p:nvSpPr>
          <p:cNvPr id="53" name="Google Shape;53;p11"/>
          <p:cNvSpPr txBox="1"/>
          <p:nvPr>
            <p:ph idx="1" type="subTitle"/>
          </p:nvPr>
        </p:nvSpPr>
        <p:spPr>
          <a:xfrm>
            <a:off x="311700" y="1057125"/>
            <a:ext cx="8520600" cy="37920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lt1"/>
              </a:buClr>
              <a:buSzPts val="1800"/>
              <a:buFont typeface="Source Code Pro"/>
              <a:buNone/>
              <a:defRPr b="1" i="0" sz="1800" u="none" cap="none" strike="noStrike">
                <a:solidFill>
                  <a:schemeClr val="lt1"/>
                </a:solidFill>
                <a:latin typeface="Source Code Pro"/>
                <a:ea typeface="Source Code Pro"/>
                <a:cs typeface="Source Code Pro"/>
                <a:sym typeface="Source Code Pro"/>
              </a:defRPr>
            </a:lvl1pPr>
            <a:lvl2pPr lvl="1"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9pPr>
          </a:lstStyle>
          <a:p/>
        </p:txBody>
      </p:sp>
      <p:sp>
        <p:nvSpPr>
          <p:cNvPr id="54" name="Google Shape;54;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55" name="Google Shape;55;p11"/>
          <p:cNvSpPr txBox="1"/>
          <p:nvPr>
            <p:ph type="ctrTitle"/>
          </p:nvPr>
        </p:nvSpPr>
        <p:spPr>
          <a:xfrm>
            <a:off x="311700" y="211913"/>
            <a:ext cx="7377000" cy="669600"/>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chemeClr val="lt1"/>
              </a:buClr>
              <a:buSzPts val="3100"/>
              <a:buFont typeface="Courier"/>
              <a:buChar char="●"/>
              <a:defRPr b="1" i="0" sz="3100" u="none" cap="none" strike="noStrike">
                <a:solidFill>
                  <a:schemeClr val="lt1"/>
                </a:solidFill>
                <a:latin typeface="Courier"/>
                <a:ea typeface="Courier"/>
                <a:cs typeface="Courier"/>
                <a:sym typeface="Courier"/>
              </a:defRPr>
            </a:lvl1pPr>
            <a:lvl2pPr lvl="1"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9pPr>
          </a:lstStyle>
          <a:p/>
        </p:txBody>
      </p:sp>
      <p:pic>
        <p:nvPicPr>
          <p:cNvPr id="56" name="Google Shape;56;p11" title="csglogo.jpeg"/>
          <p:cNvPicPr preferRelativeResize="0"/>
          <p:nvPr/>
        </p:nvPicPr>
        <p:blipFill rotWithShape="1">
          <a:blip r:embed="rId2">
            <a:alphaModFix/>
          </a:blip>
          <a:srcRect b="0" l="0" r="0" t="0"/>
          <a:stretch/>
        </p:blipFill>
        <p:spPr>
          <a:xfrm>
            <a:off x="7977400" y="36288"/>
            <a:ext cx="1020825" cy="1020825"/>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7" name="Shape 57"/>
        <p:cNvGrpSpPr/>
        <p:nvPr/>
      </p:nvGrpSpPr>
      <p:grpSpPr>
        <a:xfrm>
          <a:off x="0" y="0"/>
          <a:ext cx="0" cy="0"/>
          <a:chOff x="0" y="0"/>
          <a:chExt cx="0" cy="0"/>
        </a:xfrm>
      </p:grpSpPr>
      <p:sp>
        <p:nvSpPr>
          <p:cNvPr id="58" name="Google Shape;58;p22"/>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9pPr>
          </a:lstStyle>
          <a:p/>
        </p:txBody>
      </p:sp>
      <p:sp>
        <p:nvSpPr>
          <p:cNvPr id="59" name="Google Shape;59;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0" name="Shape 60"/>
        <p:cNvGrpSpPr/>
        <p:nvPr/>
      </p:nvGrpSpPr>
      <p:grpSpPr>
        <a:xfrm>
          <a:off x="0" y="0"/>
          <a:ext cx="0" cy="0"/>
          <a:chOff x="0" y="0"/>
          <a:chExt cx="0" cy="0"/>
        </a:xfrm>
      </p:grpSpPr>
      <p:sp>
        <p:nvSpPr>
          <p:cNvPr id="61" name="Google Shape;61;p23"/>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9pPr>
          </a:lstStyle>
          <a:p/>
        </p:txBody>
      </p:sp>
      <p:sp>
        <p:nvSpPr>
          <p:cNvPr id="62" name="Google Shape;62;p23"/>
          <p:cNvSpPr txBox="1"/>
          <p:nvPr>
            <p:ph idx="1" type="body"/>
          </p:nvPr>
        </p:nvSpPr>
        <p:spPr>
          <a:xfrm>
            <a:off x="311700" y="1152475"/>
            <a:ext cx="8520600" cy="3416400"/>
          </a:xfrm>
          <a:prstGeom prst="rect">
            <a:avLst/>
          </a:prstGeom>
          <a:noFill/>
          <a:ln>
            <a:noFill/>
          </a:ln>
        </p:spPr>
        <p:txBody>
          <a:bodyPr anchorCtr="0" anchor="ctr"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1pPr>
            <a:lvl2pPr indent="-317500" lvl="1" marL="9144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2pPr>
            <a:lvl3pPr indent="-317500" lvl="2" marL="13716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3pPr>
            <a:lvl4pPr indent="-317500" lvl="3" marL="18288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4pPr>
            <a:lvl5pPr indent="-317500" lvl="4" marL="22860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5pPr>
            <a:lvl6pPr indent="-317500" lvl="5" marL="27432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6pPr>
            <a:lvl7pPr indent="-317500" lvl="6" marL="32004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7pPr>
            <a:lvl8pPr indent="-317500" lvl="7" marL="36576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8pPr>
            <a:lvl9pPr indent="-317500" lvl="8" marL="41148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9pPr>
          </a:lstStyle>
          <a:p/>
        </p:txBody>
      </p:sp>
      <p:sp>
        <p:nvSpPr>
          <p:cNvPr id="63" name="Google Shape;63;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4" name="Shape 64"/>
        <p:cNvGrpSpPr/>
        <p:nvPr/>
      </p:nvGrpSpPr>
      <p:grpSpPr>
        <a:xfrm>
          <a:off x="0" y="0"/>
          <a:ext cx="0" cy="0"/>
          <a:chOff x="0" y="0"/>
          <a:chExt cx="0" cy="0"/>
        </a:xfrm>
      </p:grpSpPr>
      <p:sp>
        <p:nvSpPr>
          <p:cNvPr id="65" name="Google Shape;65;p24"/>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9pPr>
          </a:lstStyle>
          <a:p/>
        </p:txBody>
      </p:sp>
      <p:sp>
        <p:nvSpPr>
          <p:cNvPr id="66" name="Google Shape;66;p24"/>
          <p:cNvSpPr txBox="1"/>
          <p:nvPr>
            <p:ph idx="1" type="body"/>
          </p:nvPr>
        </p:nvSpPr>
        <p:spPr>
          <a:xfrm>
            <a:off x="311700" y="1152475"/>
            <a:ext cx="3999900" cy="3416400"/>
          </a:xfrm>
          <a:prstGeom prst="rect">
            <a:avLst/>
          </a:prstGeom>
          <a:noFill/>
          <a:ln>
            <a:noFill/>
          </a:ln>
        </p:spPr>
        <p:txBody>
          <a:bodyPr anchorCtr="0" anchor="ctr"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1pPr>
            <a:lvl2pPr indent="-304800" lvl="1" marL="9144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2pPr>
            <a:lvl3pPr indent="-304800" lvl="2" marL="13716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3pPr>
            <a:lvl4pPr indent="-304800" lvl="3" marL="18288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4pPr>
            <a:lvl5pPr indent="-304800" lvl="4" marL="22860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5pPr>
            <a:lvl6pPr indent="-304800" lvl="5" marL="27432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6pPr>
            <a:lvl7pPr indent="-304800" lvl="6" marL="32004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7pPr>
            <a:lvl8pPr indent="-304800" lvl="7" marL="36576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8pPr>
            <a:lvl9pPr indent="-304800" lvl="8" marL="41148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9pPr>
          </a:lstStyle>
          <a:p/>
        </p:txBody>
      </p:sp>
      <p:sp>
        <p:nvSpPr>
          <p:cNvPr id="67" name="Google Shape;67;p24"/>
          <p:cNvSpPr txBox="1"/>
          <p:nvPr>
            <p:ph idx="2" type="body"/>
          </p:nvPr>
        </p:nvSpPr>
        <p:spPr>
          <a:xfrm>
            <a:off x="4832400" y="1152475"/>
            <a:ext cx="3999900" cy="3416400"/>
          </a:xfrm>
          <a:prstGeom prst="rect">
            <a:avLst/>
          </a:prstGeom>
          <a:noFill/>
          <a:ln>
            <a:noFill/>
          </a:ln>
        </p:spPr>
        <p:txBody>
          <a:bodyPr anchorCtr="0" anchor="ctr"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1pPr>
            <a:lvl2pPr indent="-304800" lvl="1" marL="9144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2pPr>
            <a:lvl3pPr indent="-304800" lvl="2" marL="13716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3pPr>
            <a:lvl4pPr indent="-304800" lvl="3" marL="18288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4pPr>
            <a:lvl5pPr indent="-304800" lvl="4" marL="22860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5pPr>
            <a:lvl6pPr indent="-304800" lvl="5" marL="27432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6pPr>
            <a:lvl7pPr indent="-304800" lvl="6" marL="32004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7pPr>
            <a:lvl8pPr indent="-304800" lvl="7" marL="36576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8pPr>
            <a:lvl9pPr indent="-304800" lvl="8" marL="41148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9pPr>
          </a:lstStyle>
          <a:p/>
        </p:txBody>
      </p:sp>
      <p:sp>
        <p:nvSpPr>
          <p:cNvPr id="68" name="Google Shape;68;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9" name="Shape 69"/>
        <p:cNvGrpSpPr/>
        <p:nvPr/>
      </p:nvGrpSpPr>
      <p:grpSpPr>
        <a:xfrm>
          <a:off x="0" y="0"/>
          <a:ext cx="0" cy="0"/>
          <a:chOff x="0" y="0"/>
          <a:chExt cx="0" cy="0"/>
        </a:xfrm>
      </p:grpSpPr>
      <p:sp>
        <p:nvSpPr>
          <p:cNvPr id="70" name="Google Shape;70;p25"/>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9pPr>
          </a:lstStyle>
          <a:p/>
        </p:txBody>
      </p:sp>
      <p:sp>
        <p:nvSpPr>
          <p:cNvPr id="71" name="Google Shape;71;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2" name="Shape 72"/>
        <p:cNvGrpSpPr/>
        <p:nvPr/>
      </p:nvGrpSpPr>
      <p:grpSpPr>
        <a:xfrm>
          <a:off x="0" y="0"/>
          <a:ext cx="0" cy="0"/>
          <a:chOff x="0" y="0"/>
          <a:chExt cx="0" cy="0"/>
        </a:xfrm>
      </p:grpSpPr>
      <p:sp>
        <p:nvSpPr>
          <p:cNvPr id="73" name="Google Shape;73;p26"/>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rgbClr val="000000"/>
              </a:buClr>
              <a:buSzPts val="2400"/>
              <a:buFont typeface="Arial"/>
              <a:buChar char="●"/>
              <a:defRPr b="0" i="0" sz="2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2400"/>
              <a:buFont typeface="Arial"/>
              <a:buChar char="○"/>
              <a:defRPr b="0" i="0" sz="2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2400"/>
              <a:buFont typeface="Arial"/>
              <a:buChar char="■"/>
              <a:defRPr b="0" i="0" sz="2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2400"/>
              <a:buFont typeface="Arial"/>
              <a:buChar char="●"/>
              <a:defRPr b="0" i="0" sz="2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2400"/>
              <a:buFont typeface="Arial"/>
              <a:buChar char="○"/>
              <a:defRPr b="0" i="0" sz="2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2400"/>
              <a:buFont typeface="Arial"/>
              <a:buChar char="■"/>
              <a:defRPr b="0" i="0" sz="2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2400"/>
              <a:buFont typeface="Arial"/>
              <a:buChar char="●"/>
              <a:defRPr b="0" i="0" sz="2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2400"/>
              <a:buFont typeface="Arial"/>
              <a:buChar char="○"/>
              <a:defRPr b="0" i="0" sz="2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2400"/>
              <a:buFont typeface="Arial"/>
              <a:buChar char="■"/>
              <a:defRPr b="0" i="0" sz="2400" u="none" cap="none" strike="noStrike">
                <a:solidFill>
                  <a:srgbClr val="000000"/>
                </a:solidFill>
                <a:latin typeface="Arial"/>
                <a:ea typeface="Arial"/>
                <a:cs typeface="Arial"/>
                <a:sym typeface="Arial"/>
              </a:defRPr>
            </a:lvl9pPr>
          </a:lstStyle>
          <a:p/>
        </p:txBody>
      </p:sp>
      <p:sp>
        <p:nvSpPr>
          <p:cNvPr id="74" name="Google Shape;74;p26"/>
          <p:cNvSpPr txBox="1"/>
          <p:nvPr>
            <p:ph idx="1" type="body"/>
          </p:nvPr>
        </p:nvSpPr>
        <p:spPr>
          <a:xfrm>
            <a:off x="311700" y="1389600"/>
            <a:ext cx="2808000" cy="3179400"/>
          </a:xfrm>
          <a:prstGeom prst="rect">
            <a:avLst/>
          </a:prstGeom>
          <a:noFill/>
          <a:ln>
            <a:noFill/>
          </a:ln>
        </p:spPr>
        <p:txBody>
          <a:bodyPr anchorCtr="0" anchor="ctr" bIns="91425" lIns="91425" spcFirstLastPara="1" rIns="91425" wrap="square" tIns="91425">
            <a:noAutofit/>
          </a:bodyPr>
          <a:lstStyle>
            <a:lvl1pPr indent="-304800" lvl="0" marL="4572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1pPr>
            <a:lvl2pPr indent="-304800" lvl="1" marL="9144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2pPr>
            <a:lvl3pPr indent="-304800" lvl="2" marL="13716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3pPr>
            <a:lvl4pPr indent="-304800" lvl="3" marL="18288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4pPr>
            <a:lvl5pPr indent="-304800" lvl="4" marL="22860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5pPr>
            <a:lvl6pPr indent="-304800" lvl="5" marL="27432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6pPr>
            <a:lvl7pPr indent="-304800" lvl="6" marL="32004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7pPr>
            <a:lvl8pPr indent="-304800" lvl="7" marL="36576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8pPr>
            <a:lvl9pPr indent="-304800" lvl="8" marL="41148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9pPr>
          </a:lstStyle>
          <a:p/>
        </p:txBody>
      </p:sp>
      <p:sp>
        <p:nvSpPr>
          <p:cNvPr id="75" name="Google Shape;75;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6" name="Shape 76"/>
        <p:cNvGrpSpPr/>
        <p:nvPr/>
      </p:nvGrpSpPr>
      <p:grpSpPr>
        <a:xfrm>
          <a:off x="0" y="0"/>
          <a:ext cx="0" cy="0"/>
          <a:chOff x="0" y="0"/>
          <a:chExt cx="0" cy="0"/>
        </a:xfrm>
      </p:grpSpPr>
      <p:sp>
        <p:nvSpPr>
          <p:cNvPr id="77" name="Google Shape;77;p27"/>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9pPr>
          </a:lstStyle>
          <a:p/>
        </p:txBody>
      </p:sp>
      <p:sp>
        <p:nvSpPr>
          <p:cNvPr id="78" name="Google Shape;78;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9" name="Shape 79"/>
        <p:cNvGrpSpPr/>
        <p:nvPr/>
      </p:nvGrpSpPr>
      <p:grpSpPr>
        <a:xfrm>
          <a:off x="0" y="0"/>
          <a:ext cx="0" cy="0"/>
          <a:chOff x="0" y="0"/>
          <a:chExt cx="0" cy="0"/>
        </a:xfrm>
      </p:grpSpPr>
      <p:sp>
        <p:nvSpPr>
          <p:cNvPr id="80" name="Google Shape;80;p28"/>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28"/>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9pPr>
          </a:lstStyle>
          <a:p/>
        </p:txBody>
      </p:sp>
      <p:sp>
        <p:nvSpPr>
          <p:cNvPr id="82" name="Google Shape;82;p28"/>
          <p:cNvSpPr txBox="1"/>
          <p:nvPr>
            <p:ph idx="1" type="subTitle"/>
          </p:nvPr>
        </p:nvSpPr>
        <p:spPr>
          <a:xfrm>
            <a:off x="265500" y="2803075"/>
            <a:ext cx="4045200" cy="1235100"/>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000000"/>
              </a:buClr>
              <a:buSzPts val="2100"/>
              <a:buFont typeface="Arial"/>
              <a:buNone/>
              <a:defRPr b="0" i="0" sz="21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2100"/>
              <a:buFont typeface="Arial"/>
              <a:buNone/>
              <a:defRPr b="0" i="0" sz="21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2100"/>
              <a:buFont typeface="Arial"/>
              <a:buNone/>
              <a:defRPr b="0" i="0" sz="21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2100"/>
              <a:buFont typeface="Arial"/>
              <a:buNone/>
              <a:defRPr b="0" i="0" sz="21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2100"/>
              <a:buFont typeface="Arial"/>
              <a:buNone/>
              <a:defRPr b="0" i="0" sz="21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2100"/>
              <a:buFont typeface="Arial"/>
              <a:buNone/>
              <a:defRPr b="0" i="0" sz="21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2100"/>
              <a:buFont typeface="Arial"/>
              <a:buNone/>
              <a:defRPr b="0" i="0" sz="21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2100"/>
              <a:buFont typeface="Arial"/>
              <a:buNone/>
              <a:defRPr b="0" i="0" sz="21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2100"/>
              <a:buFont typeface="Arial"/>
              <a:buNone/>
              <a:defRPr b="0" i="0" sz="2100" u="none" cap="none" strike="noStrike">
                <a:solidFill>
                  <a:srgbClr val="000000"/>
                </a:solidFill>
                <a:latin typeface="Arial"/>
                <a:ea typeface="Arial"/>
                <a:cs typeface="Arial"/>
                <a:sym typeface="Arial"/>
              </a:defRPr>
            </a:lvl9pPr>
          </a:lstStyle>
          <a:p/>
        </p:txBody>
      </p:sp>
      <p:sp>
        <p:nvSpPr>
          <p:cNvPr id="83" name="Google Shape;83;p28"/>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1pPr>
            <a:lvl2pPr indent="-317500" lvl="1" marL="9144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2pPr>
            <a:lvl3pPr indent="-317500" lvl="2" marL="13716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3pPr>
            <a:lvl4pPr indent="-317500" lvl="3" marL="18288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4pPr>
            <a:lvl5pPr indent="-317500" lvl="4" marL="22860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5pPr>
            <a:lvl6pPr indent="-317500" lvl="5" marL="27432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6pPr>
            <a:lvl7pPr indent="-317500" lvl="6" marL="32004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7pPr>
            <a:lvl8pPr indent="-317500" lvl="7" marL="36576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8pPr>
            <a:lvl9pPr indent="-317500" lvl="8" marL="41148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9pPr>
          </a:lstStyle>
          <a:p/>
        </p:txBody>
      </p:sp>
      <p:sp>
        <p:nvSpPr>
          <p:cNvPr id="84" name="Google Shape;84;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5" name="Shape 85"/>
        <p:cNvGrpSpPr/>
        <p:nvPr/>
      </p:nvGrpSpPr>
      <p:grpSpPr>
        <a:xfrm>
          <a:off x="0" y="0"/>
          <a:ext cx="0" cy="0"/>
          <a:chOff x="0" y="0"/>
          <a:chExt cx="0" cy="0"/>
        </a:xfrm>
      </p:grpSpPr>
      <p:sp>
        <p:nvSpPr>
          <p:cNvPr id="86" name="Google Shape;86;p29"/>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stStyle>
          <a:p/>
        </p:txBody>
      </p:sp>
      <p:sp>
        <p:nvSpPr>
          <p:cNvPr id="87" name="Google Shape;87;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8" name="Shape 88"/>
        <p:cNvGrpSpPr/>
        <p:nvPr/>
      </p:nvGrpSpPr>
      <p:grpSpPr>
        <a:xfrm>
          <a:off x="0" y="0"/>
          <a:ext cx="0" cy="0"/>
          <a:chOff x="0" y="0"/>
          <a:chExt cx="0" cy="0"/>
        </a:xfrm>
      </p:grpSpPr>
      <p:sp>
        <p:nvSpPr>
          <p:cNvPr id="89" name="Google Shape;89;p30"/>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000000"/>
              </a:buClr>
              <a:buSzPts val="12000"/>
              <a:buFont typeface="Arial"/>
              <a:buChar char="●"/>
              <a:defRPr b="0" i="0" sz="120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12000"/>
              <a:buFont typeface="Arial"/>
              <a:buChar char="○"/>
              <a:defRPr b="0" i="0" sz="120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12000"/>
              <a:buFont typeface="Arial"/>
              <a:buChar char="■"/>
              <a:defRPr b="0" i="0" sz="120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12000"/>
              <a:buFont typeface="Arial"/>
              <a:buChar char="●"/>
              <a:defRPr b="0" i="0" sz="120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12000"/>
              <a:buFont typeface="Arial"/>
              <a:buChar char="○"/>
              <a:defRPr b="0" i="0" sz="120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12000"/>
              <a:buFont typeface="Arial"/>
              <a:buChar char="■"/>
              <a:defRPr b="0" i="0" sz="120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12000"/>
              <a:buFont typeface="Arial"/>
              <a:buChar char="●"/>
              <a:defRPr b="0" i="0" sz="120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12000"/>
              <a:buFont typeface="Arial"/>
              <a:buChar char="○"/>
              <a:defRPr b="0" i="0" sz="120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12000"/>
              <a:buFont typeface="Arial"/>
              <a:buChar char="■"/>
              <a:defRPr b="0" i="0" sz="12000" u="none" cap="none" strike="noStrike">
                <a:solidFill>
                  <a:srgbClr val="000000"/>
                </a:solidFill>
                <a:latin typeface="Arial"/>
                <a:ea typeface="Arial"/>
                <a:cs typeface="Arial"/>
                <a:sym typeface="Arial"/>
              </a:defRPr>
            </a:lvl9pPr>
          </a:lstStyle>
          <a:p>
            <a:r>
              <a:t>xx%</a:t>
            </a:r>
          </a:p>
        </p:txBody>
      </p:sp>
      <p:sp>
        <p:nvSpPr>
          <p:cNvPr id="90" name="Google Shape;90;p30"/>
          <p:cNvSpPr txBox="1"/>
          <p:nvPr>
            <p:ph idx="1" type="body"/>
          </p:nvPr>
        </p:nvSpPr>
        <p:spPr>
          <a:xfrm>
            <a:off x="311700" y="3152225"/>
            <a:ext cx="8520600" cy="1300800"/>
          </a:xfrm>
          <a:prstGeom prst="rect">
            <a:avLst/>
          </a:prstGeom>
          <a:noFill/>
          <a:ln>
            <a:noFill/>
          </a:ln>
        </p:spPr>
        <p:txBody>
          <a:bodyPr anchorCtr="0" anchor="ctr" bIns="91425" lIns="91425" spcFirstLastPara="1" rIns="91425" wrap="square" tIns="91425">
            <a:noAutofit/>
          </a:bodyPr>
          <a:lstStyle>
            <a:lvl1pPr indent="-317500" lvl="0" marL="457200" marR="0" rtl="0" algn="ctr">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1pPr>
            <a:lvl2pPr indent="-317500" lvl="1" marL="914400" marR="0" rtl="0" algn="ctr">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2pPr>
            <a:lvl3pPr indent="-317500" lvl="2" marL="1371600" marR="0" rtl="0" algn="ctr">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3pPr>
            <a:lvl4pPr indent="-317500" lvl="3" marL="1828800" marR="0" rtl="0" algn="ctr">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4pPr>
            <a:lvl5pPr indent="-317500" lvl="4" marL="2286000" marR="0" rtl="0" algn="ctr">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5pPr>
            <a:lvl6pPr indent="-317500" lvl="5" marL="2743200" marR="0" rtl="0" algn="ctr">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6pPr>
            <a:lvl7pPr indent="-317500" lvl="6" marL="3200400" marR="0" rtl="0" algn="ctr">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7pPr>
            <a:lvl8pPr indent="-317500" lvl="7" marL="3657600" marR="0" rtl="0" algn="ctr">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8pPr>
            <a:lvl9pPr indent="-317500" lvl="8" marL="4114800" marR="0" rtl="0" algn="ctr">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9pPr>
          </a:lstStyle>
          <a:p/>
        </p:txBody>
      </p:sp>
      <p:sp>
        <p:nvSpPr>
          <p:cNvPr id="91" name="Google Shape;91;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2" name="Shape 92"/>
        <p:cNvGrpSpPr/>
        <p:nvPr/>
      </p:nvGrpSpPr>
      <p:grpSpPr>
        <a:xfrm>
          <a:off x="0" y="0"/>
          <a:ext cx="0" cy="0"/>
          <a:chOff x="0" y="0"/>
          <a:chExt cx="0" cy="0"/>
        </a:xfrm>
      </p:grpSpPr>
      <p:sp>
        <p:nvSpPr>
          <p:cNvPr id="93" name="Google Shape;93;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theme" Target="../theme/theme1.xml"/><Relationship Id="rId12" Type="http://schemas.openxmlformats.org/officeDocument/2006/relationships/slideLayout" Target="../slideLayouts/slideLayout22.xml"/><Relationship Id="rId1" Type="http://schemas.openxmlformats.org/officeDocument/2006/relationships/image" Target="../media/image3.jp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0" name="Shape 50"/>
        <p:cNvGrpSpPr/>
        <p:nvPr/>
      </p:nvGrpSpPr>
      <p:grpSpPr>
        <a:xfrm>
          <a:off x="0" y="0"/>
          <a:ext cx="0" cy="0"/>
          <a:chOff x="0" y="0"/>
          <a:chExt cx="0" cy="0"/>
        </a:xfrm>
      </p:grpSpPr>
      <p:sp>
        <p:nvSpPr>
          <p:cNvPr id="51" name="Google Shape;51;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7.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3.jpg"/><Relationship Id="rId4" Type="http://schemas.openxmlformats.org/officeDocument/2006/relationships/image" Target="../media/image6.png"/><Relationship Id="rId5"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7" name="Shape 97"/>
        <p:cNvGrpSpPr/>
        <p:nvPr/>
      </p:nvGrpSpPr>
      <p:grpSpPr>
        <a:xfrm>
          <a:off x="0" y="0"/>
          <a:ext cx="0" cy="0"/>
          <a:chOff x="0" y="0"/>
          <a:chExt cx="0" cy="0"/>
        </a:xfrm>
      </p:grpSpPr>
      <p:pic>
        <p:nvPicPr>
          <p:cNvPr id="98" name="Google Shape;98;p1" title="csglogo.jpeg"/>
          <p:cNvPicPr preferRelativeResize="0"/>
          <p:nvPr/>
        </p:nvPicPr>
        <p:blipFill rotWithShape="1">
          <a:blip r:embed="rId3">
            <a:alphaModFix/>
          </a:blip>
          <a:srcRect b="0" l="0" r="0" t="0"/>
          <a:stretch/>
        </p:blipFill>
        <p:spPr>
          <a:xfrm>
            <a:off x="2771563" y="519975"/>
            <a:ext cx="3416375" cy="3416375"/>
          </a:xfrm>
          <a:prstGeom prst="rect">
            <a:avLst/>
          </a:prstGeom>
          <a:noFill/>
          <a:ln>
            <a:noFill/>
          </a:ln>
        </p:spPr>
      </p:pic>
      <p:sp>
        <p:nvSpPr>
          <p:cNvPr id="99" name="Google Shape;99;p1"/>
          <p:cNvSpPr txBox="1"/>
          <p:nvPr>
            <p:ph type="ctrTitle"/>
          </p:nvPr>
        </p:nvSpPr>
        <p:spPr>
          <a:xfrm>
            <a:off x="311700" y="96850"/>
            <a:ext cx="8520600" cy="899700"/>
          </a:xfrm>
          <a:prstGeom prst="rect">
            <a:avLst/>
          </a:prstGeom>
          <a:noFill/>
          <a:ln>
            <a:noFill/>
          </a:ln>
          <a:effectLst>
            <a:outerShdw blurRad="57150" rotWithShape="0" algn="bl" dir="5400000" dist="19050">
              <a:srgbClr val="000000">
                <a:alpha val="49411"/>
              </a:srgbClr>
            </a:outerShdw>
          </a:effectLst>
        </p:spPr>
        <p:txBody>
          <a:bodyPr anchorCtr="0" anchor="b" bIns="91425" lIns="91425" spcFirstLastPara="1" rIns="91425" wrap="square" tIns="91425">
            <a:normAutofit fontScale="90000"/>
          </a:bodyPr>
          <a:lstStyle/>
          <a:p>
            <a:pPr indent="0" lvl="0" marL="0" rtl="0" algn="ctr">
              <a:lnSpc>
                <a:spcPct val="100000"/>
              </a:lnSpc>
              <a:spcBef>
                <a:spcPts val="0"/>
              </a:spcBef>
              <a:spcAft>
                <a:spcPts val="0"/>
              </a:spcAft>
              <a:buSzPct val="99616"/>
              <a:buNone/>
            </a:pPr>
            <a:r>
              <a:rPr b="1" lang="en" sz="5800">
                <a:solidFill>
                  <a:schemeClr val="lt1"/>
                </a:solidFill>
                <a:latin typeface="Courier"/>
                <a:ea typeface="Courier"/>
                <a:cs typeface="Courier"/>
                <a:sym typeface="Courier"/>
              </a:rPr>
              <a:t>Cybersecurity Group</a:t>
            </a:r>
            <a:endParaRPr b="1" sz="5800">
              <a:solidFill>
                <a:schemeClr val="lt1"/>
              </a:solidFill>
              <a:latin typeface="Courier"/>
              <a:ea typeface="Courier"/>
              <a:cs typeface="Courier"/>
              <a:sym typeface="Courier"/>
            </a:endParaRPr>
          </a:p>
        </p:txBody>
      </p:sp>
      <p:sp>
        <p:nvSpPr>
          <p:cNvPr id="100" name="Google Shape;100;p1"/>
          <p:cNvSpPr txBox="1"/>
          <p:nvPr>
            <p:ph idx="1" type="subTitle"/>
          </p:nvPr>
        </p:nvSpPr>
        <p:spPr>
          <a:xfrm>
            <a:off x="219450" y="3559200"/>
            <a:ext cx="8520600" cy="1333800"/>
          </a:xfrm>
          <a:prstGeom prst="rect">
            <a:avLst/>
          </a:prstGeom>
          <a:noFill/>
          <a:ln>
            <a:noFill/>
          </a:ln>
        </p:spPr>
        <p:txBody>
          <a:bodyPr anchorCtr="0" anchor="t" bIns="91425" lIns="91425" spcFirstLastPara="1" rIns="91425" wrap="square" tIns="91425">
            <a:noAutofit/>
          </a:bodyPr>
          <a:lstStyle/>
          <a:p>
            <a:pPr indent="0" lvl="0" marL="0" rtl="0" algn="ctr">
              <a:lnSpc>
                <a:spcPct val="80000"/>
              </a:lnSpc>
              <a:spcBef>
                <a:spcPts val="0"/>
              </a:spcBef>
              <a:spcAft>
                <a:spcPts val="0"/>
              </a:spcAft>
              <a:buSzPts val="935"/>
              <a:buNone/>
            </a:pPr>
            <a:r>
              <a:rPr b="1" lang="en" sz="2780">
                <a:solidFill>
                  <a:schemeClr val="lt1"/>
                </a:solidFill>
                <a:latin typeface="Courier"/>
                <a:ea typeface="Courier"/>
                <a:cs typeface="Courier"/>
                <a:sym typeface="Courier"/>
              </a:rPr>
              <a:t>1/20/2026</a:t>
            </a:r>
            <a:endParaRPr b="1" sz="2780">
              <a:solidFill>
                <a:schemeClr val="lt1"/>
              </a:solidFill>
              <a:latin typeface="Courier"/>
              <a:ea typeface="Courier"/>
              <a:cs typeface="Courier"/>
              <a:sym typeface="Courier"/>
            </a:endParaRPr>
          </a:p>
          <a:p>
            <a:pPr indent="0" lvl="0" marL="0" rtl="0" algn="ctr">
              <a:lnSpc>
                <a:spcPct val="80000"/>
              </a:lnSpc>
              <a:spcBef>
                <a:spcPts val="0"/>
              </a:spcBef>
              <a:spcAft>
                <a:spcPts val="0"/>
              </a:spcAft>
              <a:buSzPts val="935"/>
              <a:buNone/>
            </a:pPr>
            <a:r>
              <a:t/>
            </a:r>
            <a:endParaRPr b="1" sz="2680">
              <a:solidFill>
                <a:schemeClr val="lt1"/>
              </a:solidFill>
              <a:latin typeface="Courier"/>
              <a:ea typeface="Courier"/>
              <a:cs typeface="Courier"/>
              <a:sym typeface="Courier"/>
            </a:endParaRPr>
          </a:p>
          <a:p>
            <a:pPr indent="0" lvl="0" marL="0" rtl="0" algn="ctr">
              <a:lnSpc>
                <a:spcPct val="80000"/>
              </a:lnSpc>
              <a:spcBef>
                <a:spcPts val="0"/>
              </a:spcBef>
              <a:spcAft>
                <a:spcPts val="0"/>
              </a:spcAft>
              <a:buSzPts val="935"/>
              <a:buNone/>
            </a:pPr>
            <a:r>
              <a:rPr b="1" lang="en" sz="4380">
                <a:solidFill>
                  <a:schemeClr val="lt1"/>
                </a:solidFill>
                <a:latin typeface="Courier"/>
                <a:ea typeface="Courier"/>
                <a:cs typeface="Courier"/>
                <a:sym typeface="Courier"/>
              </a:rPr>
              <a:t>Android Debug Bridge</a:t>
            </a:r>
            <a:endParaRPr b="1" sz="4380">
              <a:solidFill>
                <a:schemeClr val="lt1"/>
              </a:solidFill>
              <a:latin typeface="Courier"/>
              <a:ea typeface="Courier"/>
              <a:cs typeface="Courier"/>
              <a:sym typeface="Courier"/>
            </a:endParaRPr>
          </a:p>
          <a:p>
            <a:pPr indent="0" lvl="0" marL="0" rtl="0" algn="ctr">
              <a:lnSpc>
                <a:spcPct val="80000"/>
              </a:lnSpc>
              <a:spcBef>
                <a:spcPts val="0"/>
              </a:spcBef>
              <a:spcAft>
                <a:spcPts val="0"/>
              </a:spcAft>
              <a:buSzPts val="935"/>
              <a:buNone/>
            </a:pPr>
            <a:r>
              <a:t/>
            </a:r>
            <a:endParaRPr b="1" sz="4380">
              <a:solidFill>
                <a:schemeClr val="lt1"/>
              </a:solidFill>
              <a:latin typeface="Courier"/>
              <a:ea typeface="Courier"/>
              <a:cs typeface="Courier"/>
              <a:sym typeface="Courier"/>
            </a:endParaRPr>
          </a:p>
        </p:txBody>
      </p:sp>
      <p:pic>
        <p:nvPicPr>
          <p:cNvPr id="101" name="Google Shape;101;p1" title="Android_Robot_Head_2023.svg.png"/>
          <p:cNvPicPr preferRelativeResize="0"/>
          <p:nvPr/>
        </p:nvPicPr>
        <p:blipFill rotWithShape="1">
          <a:blip r:embed="rId4">
            <a:alphaModFix/>
          </a:blip>
          <a:srcRect b="0" l="0" r="0" t="0"/>
          <a:stretch/>
        </p:blipFill>
        <p:spPr>
          <a:xfrm rot="926684">
            <a:off x="5042097" y="1854198"/>
            <a:ext cx="883880" cy="51618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
          <p:cNvSpPr txBox="1"/>
          <p:nvPr>
            <p:ph type="ctrTitle"/>
          </p:nvPr>
        </p:nvSpPr>
        <p:spPr>
          <a:xfrm>
            <a:off x="311700" y="211913"/>
            <a:ext cx="7377000" cy="669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100"/>
              <a:buNone/>
            </a:pPr>
            <a:r>
              <a:rPr lang="en"/>
              <a:t>Attendance Form</a:t>
            </a:r>
            <a:endParaRPr/>
          </a:p>
        </p:txBody>
      </p:sp>
      <p:pic>
        <p:nvPicPr>
          <p:cNvPr id="107" name="Google Shape;107;p2" title="attendance-qr.jpg"/>
          <p:cNvPicPr preferRelativeResize="0"/>
          <p:nvPr/>
        </p:nvPicPr>
        <p:blipFill rotWithShape="1">
          <a:blip r:embed="rId3">
            <a:alphaModFix/>
          </a:blip>
          <a:srcRect b="0" l="0" r="0" t="0"/>
          <a:stretch/>
        </p:blipFill>
        <p:spPr>
          <a:xfrm>
            <a:off x="358700" y="1473575"/>
            <a:ext cx="2758799" cy="2758825"/>
          </a:xfrm>
          <a:prstGeom prst="rect">
            <a:avLst/>
          </a:prstGeom>
          <a:noFill/>
          <a:ln>
            <a:noFill/>
          </a:ln>
        </p:spPr>
      </p:pic>
      <p:sp>
        <p:nvSpPr>
          <p:cNvPr id="108" name="Google Shape;108;p2"/>
          <p:cNvSpPr txBox="1"/>
          <p:nvPr/>
        </p:nvSpPr>
        <p:spPr>
          <a:xfrm>
            <a:off x="3612675" y="1273175"/>
            <a:ext cx="4758000" cy="3629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lt1"/>
                </a:solidFill>
                <a:latin typeface="Source Code Pro"/>
                <a:ea typeface="Source Code Pro"/>
                <a:cs typeface="Source Code Pro"/>
                <a:sym typeface="Source Code Pro"/>
              </a:rPr>
              <a:t>Please fill out this form each time you attend a CSG meeting.</a:t>
            </a:r>
            <a:endParaRPr b="1" i="0" sz="2000" u="none" cap="none" strike="noStrike">
              <a:solidFill>
                <a:schemeClr val="lt1"/>
              </a:solidFill>
              <a:latin typeface="Source Code Pro"/>
              <a:ea typeface="Source Code Pro"/>
              <a:cs typeface="Source Code Pro"/>
              <a:sym typeface="Source Code Pro"/>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lt1"/>
              </a:solidFill>
              <a:latin typeface="Source Code Pro"/>
              <a:ea typeface="Source Code Pro"/>
              <a:cs typeface="Source Code Pro"/>
              <a:sym typeface="Source Code Pro"/>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lt1"/>
              </a:solidFill>
              <a:latin typeface="Source Code Pro"/>
              <a:ea typeface="Source Code Pro"/>
              <a:cs typeface="Source Code Pro"/>
              <a:sym typeface="Source Code Pro"/>
            </a:endParaRPr>
          </a:p>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lt1"/>
                </a:solidFill>
                <a:latin typeface="Source Code Pro"/>
                <a:ea typeface="Source Code Pro"/>
                <a:cs typeface="Source Code Pro"/>
                <a:sym typeface="Source Code Pro"/>
              </a:rPr>
              <a:t>This helps us get attendance numbers for funding and other RSO purposes. </a:t>
            </a:r>
            <a:endParaRPr b="1" i="0" sz="2000" u="none" cap="none" strike="noStrike">
              <a:solidFill>
                <a:schemeClr val="lt1"/>
              </a:solidFill>
              <a:latin typeface="Source Code Pro"/>
              <a:ea typeface="Source Code Pro"/>
              <a:cs typeface="Source Code Pro"/>
              <a:sym typeface="Source Code Pro"/>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lt1"/>
              </a:solidFill>
              <a:latin typeface="Source Code Pro"/>
              <a:ea typeface="Source Code Pro"/>
              <a:cs typeface="Source Code Pro"/>
              <a:sym typeface="Source Code Pro"/>
            </a:endParaRPr>
          </a:p>
          <a:p>
            <a:pPr indent="0" lvl="0" marL="0" marR="0" rtl="0" algn="l">
              <a:lnSpc>
                <a:spcPct val="100000"/>
              </a:lnSpc>
              <a:spcBef>
                <a:spcPts val="0"/>
              </a:spcBef>
              <a:spcAft>
                <a:spcPts val="0"/>
              </a:spcAft>
              <a:buClr>
                <a:schemeClr val="dk1"/>
              </a:buClr>
              <a:buSzPts val="1100"/>
              <a:buFont typeface="Arial"/>
              <a:buNone/>
            </a:pPr>
            <a:r>
              <a:t/>
            </a:r>
            <a:endParaRPr b="1" i="0" sz="2000" u="none" cap="none" strike="noStrike">
              <a:solidFill>
                <a:schemeClr val="lt1"/>
              </a:solidFill>
              <a:latin typeface="Source Code Pro"/>
              <a:ea typeface="Source Code Pro"/>
              <a:cs typeface="Source Code Pro"/>
              <a:sym typeface="Source Code Pro"/>
            </a:endParaRPr>
          </a:p>
          <a:p>
            <a:pPr indent="0" lvl="0" marL="0" marR="0" rtl="0" algn="l">
              <a:lnSpc>
                <a:spcPct val="100000"/>
              </a:lnSpc>
              <a:spcBef>
                <a:spcPts val="0"/>
              </a:spcBef>
              <a:spcAft>
                <a:spcPts val="0"/>
              </a:spcAft>
              <a:buClr>
                <a:schemeClr val="dk1"/>
              </a:buClr>
              <a:buSzPts val="1100"/>
              <a:buFont typeface="Arial"/>
              <a:buNone/>
            </a:pPr>
            <a:r>
              <a:rPr b="1" i="1" lang="en" sz="1600" u="none" cap="none" strike="noStrike">
                <a:solidFill>
                  <a:schemeClr val="lt1"/>
                </a:solidFill>
                <a:latin typeface="Source Code Pro"/>
                <a:ea typeface="Source Code Pro"/>
                <a:cs typeface="Source Code Pro"/>
                <a:sym typeface="Source Code Pro"/>
              </a:rPr>
              <a:t>For those in CySER, this tracks your club attendance requirement.</a:t>
            </a:r>
            <a:endParaRPr b="1" i="1" sz="1600" u="none" cap="none" strike="noStrike">
              <a:solidFill>
                <a:schemeClr val="lt1"/>
              </a:solidFill>
              <a:latin typeface="Source Code Pro"/>
              <a:ea typeface="Source Code Pro"/>
              <a:cs typeface="Source Code Pro"/>
              <a:sym typeface="Source Code Pro"/>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lt1"/>
              </a:solidFill>
              <a:latin typeface="Source Code Pro"/>
              <a:ea typeface="Source Code Pro"/>
              <a:cs typeface="Source Code Pro"/>
              <a:sym typeface="Source Code Pr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12" name="Shape 112"/>
        <p:cNvGrpSpPr/>
        <p:nvPr/>
      </p:nvGrpSpPr>
      <p:grpSpPr>
        <a:xfrm>
          <a:off x="0" y="0"/>
          <a:ext cx="0" cy="0"/>
          <a:chOff x="0" y="0"/>
          <a:chExt cx="0" cy="0"/>
        </a:xfrm>
      </p:grpSpPr>
      <p:sp>
        <p:nvSpPr>
          <p:cNvPr id="113" name="Google Shape;113;p3"/>
          <p:cNvSpPr txBox="1"/>
          <p:nvPr>
            <p:ph idx="1" type="subTitle"/>
          </p:nvPr>
        </p:nvSpPr>
        <p:spPr>
          <a:xfrm>
            <a:off x="311700" y="1057125"/>
            <a:ext cx="8520600" cy="3792000"/>
          </a:xfrm>
          <a:prstGeom prst="rect">
            <a:avLst/>
          </a:prstGeom>
          <a:noFill/>
          <a:ln>
            <a:noFill/>
          </a:ln>
        </p:spPr>
        <p:txBody>
          <a:bodyPr anchorCtr="0" anchor="t" bIns="91425" lIns="91425" spcFirstLastPara="1" rIns="91425" wrap="square" tIns="91425">
            <a:noAutofit/>
          </a:bodyPr>
          <a:lstStyle/>
          <a:p>
            <a:pPr indent="0" lvl="0" marL="0" rtl="0" algn="l">
              <a:lnSpc>
                <a:spcPct val="85000"/>
              </a:lnSpc>
              <a:spcBef>
                <a:spcPts val="0"/>
              </a:spcBef>
              <a:spcAft>
                <a:spcPts val="0"/>
              </a:spcAft>
              <a:buClr>
                <a:schemeClr val="dk1"/>
              </a:buClr>
              <a:buSzPts val="1018"/>
              <a:buFont typeface="Arial"/>
              <a:buNone/>
            </a:pPr>
            <a:r>
              <a:rPr lang="en" sz="2000">
                <a:solidFill>
                  <a:schemeClr val="lt1"/>
                </a:solidFill>
                <a:highlight>
                  <a:schemeClr val="dk1"/>
                </a:highlight>
              </a:rPr>
              <a:t>The information presented in this lecture is for educational purposes only. </a:t>
            </a:r>
            <a:endParaRPr sz="2000">
              <a:solidFill>
                <a:schemeClr val="lt1"/>
              </a:solidFill>
              <a:highlight>
                <a:schemeClr val="dk1"/>
              </a:highlight>
            </a:endParaRPr>
          </a:p>
          <a:p>
            <a:pPr indent="0" lvl="0" marL="0" rtl="0" algn="l">
              <a:lnSpc>
                <a:spcPct val="85000"/>
              </a:lnSpc>
              <a:spcBef>
                <a:spcPts val="1200"/>
              </a:spcBef>
              <a:spcAft>
                <a:spcPts val="0"/>
              </a:spcAft>
              <a:buClr>
                <a:schemeClr val="dk1"/>
              </a:buClr>
              <a:buSzPts val="1018"/>
              <a:buFont typeface="Arial"/>
              <a:buNone/>
            </a:pPr>
            <a:r>
              <a:t/>
            </a:r>
            <a:endParaRPr sz="2000">
              <a:solidFill>
                <a:schemeClr val="lt1"/>
              </a:solidFill>
              <a:highlight>
                <a:schemeClr val="dk1"/>
              </a:highlight>
            </a:endParaRPr>
          </a:p>
          <a:p>
            <a:pPr indent="0" lvl="0" marL="0" rtl="0" algn="l">
              <a:lnSpc>
                <a:spcPct val="85000"/>
              </a:lnSpc>
              <a:spcBef>
                <a:spcPts val="1200"/>
              </a:spcBef>
              <a:spcAft>
                <a:spcPts val="0"/>
              </a:spcAft>
              <a:buSzPts val="1018"/>
              <a:buNone/>
            </a:pPr>
            <a:r>
              <a:rPr lang="en" sz="2000">
                <a:solidFill>
                  <a:schemeClr val="lt1"/>
                </a:solidFill>
                <a:highlight>
                  <a:schemeClr val="dk1"/>
                </a:highlight>
              </a:rPr>
              <a:t>CSG is not responsible for your use of the material introduced in this lesson. Misuse of these skills can lead to severe legal consequences, and viewers are responsible for ensuring their own compliance with the law. </a:t>
            </a:r>
            <a:endParaRPr sz="2000">
              <a:solidFill>
                <a:schemeClr val="lt1"/>
              </a:solidFill>
              <a:highlight>
                <a:schemeClr val="dk1"/>
              </a:highlight>
            </a:endParaRPr>
          </a:p>
          <a:p>
            <a:pPr indent="0" lvl="0" marL="0" rtl="0" algn="l">
              <a:lnSpc>
                <a:spcPct val="85000"/>
              </a:lnSpc>
              <a:spcBef>
                <a:spcPts val="1200"/>
              </a:spcBef>
              <a:spcAft>
                <a:spcPts val="0"/>
              </a:spcAft>
              <a:buClr>
                <a:schemeClr val="dk1"/>
              </a:buClr>
              <a:buSzPts val="1018"/>
              <a:buFont typeface="Arial"/>
              <a:buNone/>
            </a:pPr>
            <a:r>
              <a:t/>
            </a:r>
            <a:endParaRPr sz="2000">
              <a:solidFill>
                <a:schemeClr val="lt1"/>
              </a:solidFill>
              <a:highlight>
                <a:schemeClr val="dk1"/>
              </a:highlight>
            </a:endParaRPr>
          </a:p>
          <a:p>
            <a:pPr indent="0" lvl="0" marL="0" rtl="0" algn="l">
              <a:lnSpc>
                <a:spcPct val="85000"/>
              </a:lnSpc>
              <a:spcBef>
                <a:spcPts val="1200"/>
              </a:spcBef>
              <a:spcAft>
                <a:spcPts val="1200"/>
              </a:spcAft>
              <a:buClr>
                <a:schemeClr val="dk1"/>
              </a:buClr>
              <a:buSzPts val="1018"/>
              <a:buFont typeface="Arial"/>
              <a:buNone/>
            </a:pPr>
            <a:r>
              <a:rPr lang="en" sz="2000">
                <a:solidFill>
                  <a:schemeClr val="lt1"/>
                </a:solidFill>
                <a:highlight>
                  <a:schemeClr val="dk1"/>
                </a:highlight>
              </a:rPr>
              <a:t>But we are all here to here to learn! If you are unsure how to use something, ask for help before proceeding! </a:t>
            </a:r>
            <a:endParaRPr sz="2000">
              <a:solidFill>
                <a:schemeClr val="lt1"/>
              </a:solidFill>
              <a:highlight>
                <a:schemeClr val="dk1"/>
              </a:highlight>
            </a:endParaRPr>
          </a:p>
        </p:txBody>
      </p:sp>
      <p:sp>
        <p:nvSpPr>
          <p:cNvPr id="114" name="Google Shape;114;p3"/>
          <p:cNvSpPr txBox="1"/>
          <p:nvPr>
            <p:ph type="ctrTitle"/>
          </p:nvPr>
        </p:nvSpPr>
        <p:spPr>
          <a:xfrm>
            <a:off x="311700" y="211913"/>
            <a:ext cx="7377000" cy="669600"/>
          </a:xfrm>
          <a:prstGeom prst="rect">
            <a:avLst/>
          </a:prstGeom>
          <a:noFill/>
          <a:ln>
            <a:noFill/>
          </a:ln>
        </p:spPr>
        <p:txBody>
          <a:bodyPr anchorCtr="0" anchor="b" bIns="91425" lIns="91425" spcFirstLastPara="1" rIns="91425" wrap="square" tIns="91425">
            <a:noAutofit/>
          </a:bodyPr>
          <a:lstStyle/>
          <a:p>
            <a:pPr indent="457200" lvl="0" marL="1371600" rtl="0" algn="l">
              <a:lnSpc>
                <a:spcPct val="100000"/>
              </a:lnSpc>
              <a:spcBef>
                <a:spcPts val="0"/>
              </a:spcBef>
              <a:spcAft>
                <a:spcPts val="0"/>
              </a:spcAft>
              <a:buClr>
                <a:schemeClr val="dk1"/>
              </a:buClr>
              <a:buSzPts val="990"/>
              <a:buFont typeface="Arial"/>
              <a:buNone/>
            </a:pPr>
            <a:r>
              <a:rPr b="1" lang="en">
                <a:solidFill>
                  <a:srgbClr val="FF0000"/>
                </a:solidFill>
                <a:latin typeface="Courier"/>
                <a:ea typeface="Courier"/>
                <a:cs typeface="Courier"/>
                <a:sym typeface="Courier"/>
              </a:rPr>
              <a:t>!! DISCLAIMER !!</a:t>
            </a:r>
            <a:endParaRPr b="1">
              <a:solidFill>
                <a:srgbClr val="FFFFFF"/>
              </a:solidFill>
              <a:latin typeface="Courier"/>
              <a:ea typeface="Courier"/>
              <a:cs typeface="Courier"/>
              <a:sym typeface="Courier"/>
            </a:endParaRPr>
          </a:p>
        </p:txBody>
      </p:sp>
      <p:pic>
        <p:nvPicPr>
          <p:cNvPr id="115" name="Google Shape;115;p3" title="csglogo.jpeg"/>
          <p:cNvPicPr preferRelativeResize="0"/>
          <p:nvPr/>
        </p:nvPicPr>
        <p:blipFill rotWithShape="1">
          <a:blip r:embed="rId3">
            <a:alphaModFix/>
          </a:blip>
          <a:srcRect b="0" l="0" r="0" t="0"/>
          <a:stretch/>
        </p:blipFill>
        <p:spPr>
          <a:xfrm>
            <a:off x="7977400" y="36288"/>
            <a:ext cx="1020825" cy="10208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4"/>
          <p:cNvSpPr txBox="1"/>
          <p:nvPr>
            <p:ph idx="1" type="subTitle"/>
          </p:nvPr>
        </p:nvSpPr>
        <p:spPr>
          <a:xfrm>
            <a:off x="311700" y="1057125"/>
            <a:ext cx="8476200" cy="37920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SzPts val="1400"/>
              <a:buChar char="●"/>
            </a:pPr>
            <a:r>
              <a:rPr b="0" lang="en" sz="1400"/>
              <a:t>An operating system for mobile devices based on the Linux kernel</a:t>
            </a:r>
            <a:endParaRPr b="0" sz="1400"/>
          </a:p>
          <a:p>
            <a:pPr indent="-317500" lvl="0" marL="457200" rtl="0" algn="l">
              <a:lnSpc>
                <a:spcPct val="115000"/>
              </a:lnSpc>
              <a:spcBef>
                <a:spcPts val="0"/>
              </a:spcBef>
              <a:spcAft>
                <a:spcPts val="0"/>
              </a:spcAft>
              <a:buSzPts val="1400"/>
              <a:buChar char="●"/>
            </a:pPr>
            <a:r>
              <a:rPr b="0" lang="en" sz="1400"/>
              <a:t>Despite using a modified Linux kernel, it debatably shouldn’t be considered truly Linux. There’s no default root access, it doesn’t really use GNU software, and most retail Android has proprietary code</a:t>
            </a:r>
            <a:endParaRPr b="0" sz="1400"/>
          </a:p>
          <a:p>
            <a:pPr indent="-317500" lvl="0" marL="457200" rtl="0" algn="l">
              <a:lnSpc>
                <a:spcPct val="115000"/>
              </a:lnSpc>
              <a:spcBef>
                <a:spcPts val="0"/>
              </a:spcBef>
              <a:spcAft>
                <a:spcPts val="0"/>
              </a:spcAft>
              <a:buSzPts val="1400"/>
              <a:buChar char="●"/>
            </a:pPr>
            <a:r>
              <a:rPr b="0" lang="en" sz="1400"/>
              <a:t>The world’s most widely used operating system</a:t>
            </a:r>
            <a:endParaRPr b="0" sz="1400"/>
          </a:p>
          <a:p>
            <a:pPr indent="25400" lvl="2" marL="0" rtl="0" algn="l">
              <a:lnSpc>
                <a:spcPct val="115000"/>
              </a:lnSpc>
              <a:spcBef>
                <a:spcPts val="0"/>
              </a:spcBef>
              <a:spcAft>
                <a:spcPts val="0"/>
              </a:spcAft>
              <a:buSzPts val="2400"/>
              <a:buFont typeface="Source Code Pro"/>
              <a:buChar char="■"/>
            </a:pPr>
            <a:r>
              <a:rPr lang="en" sz="2400">
                <a:latin typeface="Source Code Pro"/>
                <a:ea typeface="Source Code Pro"/>
                <a:cs typeface="Source Code Pro"/>
                <a:sym typeface="Source Code Pro"/>
              </a:rPr>
              <a:t>D</a:t>
            </a:r>
            <a:endParaRPr sz="2100">
              <a:latin typeface="Source Code Pro"/>
              <a:ea typeface="Source Code Pro"/>
              <a:cs typeface="Source Code Pro"/>
              <a:sym typeface="Source Code Pro"/>
            </a:endParaRPr>
          </a:p>
        </p:txBody>
      </p:sp>
      <p:sp>
        <p:nvSpPr>
          <p:cNvPr id="121" name="Google Shape;121;p4"/>
          <p:cNvSpPr txBox="1"/>
          <p:nvPr>
            <p:ph type="ctrTitle"/>
          </p:nvPr>
        </p:nvSpPr>
        <p:spPr>
          <a:xfrm>
            <a:off x="226450" y="211925"/>
            <a:ext cx="7836300" cy="669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highlight>
                <a:schemeClr val="dk1"/>
              </a:highlight>
            </a:endParaRPr>
          </a:p>
          <a:p>
            <a:pPr indent="0" lvl="0" marL="0" rtl="0" algn="l">
              <a:lnSpc>
                <a:spcPct val="100000"/>
              </a:lnSpc>
              <a:spcBef>
                <a:spcPts val="0"/>
              </a:spcBef>
              <a:spcAft>
                <a:spcPts val="0"/>
              </a:spcAft>
              <a:buClr>
                <a:schemeClr val="dk1"/>
              </a:buClr>
              <a:buSzPts val="1100"/>
              <a:buFont typeface="Arial"/>
              <a:buNone/>
            </a:pPr>
            <a:r>
              <a:t/>
            </a:r>
            <a:endParaRPr>
              <a:highlight>
                <a:schemeClr val="dk1"/>
              </a:highlight>
            </a:endParaRPr>
          </a:p>
          <a:p>
            <a:pPr indent="0" lvl="0" marL="0" rtl="0" algn="l">
              <a:lnSpc>
                <a:spcPct val="100000"/>
              </a:lnSpc>
              <a:spcBef>
                <a:spcPts val="0"/>
              </a:spcBef>
              <a:spcAft>
                <a:spcPts val="0"/>
              </a:spcAft>
              <a:buSzPts val="3100"/>
              <a:buNone/>
            </a:pPr>
            <a:r>
              <a:rPr lang="en">
                <a:highlight>
                  <a:schemeClr val="dk1"/>
                </a:highlight>
              </a:rPr>
              <a:t>What is Android?</a:t>
            </a:r>
            <a:endParaRPr>
              <a:highlight>
                <a:schemeClr val="dk1"/>
              </a:highlight>
            </a:endParaRPr>
          </a:p>
        </p:txBody>
      </p:sp>
      <p:pic>
        <p:nvPicPr>
          <p:cNvPr id="122" name="Google Shape;122;p4" title="HTC_Android_T-Mobile_G1.jpg"/>
          <p:cNvPicPr preferRelativeResize="0"/>
          <p:nvPr/>
        </p:nvPicPr>
        <p:blipFill rotWithShape="1">
          <a:blip r:embed="rId3">
            <a:alphaModFix/>
          </a:blip>
          <a:srcRect b="0" l="0" r="0" t="0"/>
          <a:stretch/>
        </p:blipFill>
        <p:spPr>
          <a:xfrm>
            <a:off x="2572975" y="2677425"/>
            <a:ext cx="3143250" cy="21717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5"/>
          <p:cNvSpPr txBox="1"/>
          <p:nvPr>
            <p:ph idx="1" type="subTitle"/>
          </p:nvPr>
        </p:nvSpPr>
        <p:spPr>
          <a:xfrm>
            <a:off x="311700" y="1057125"/>
            <a:ext cx="8514300" cy="3792000"/>
          </a:xfrm>
          <a:prstGeom prst="rect">
            <a:avLst/>
          </a:prstGeom>
          <a:noFill/>
          <a:ln>
            <a:noFill/>
          </a:ln>
        </p:spPr>
        <p:txBody>
          <a:bodyPr anchorCtr="0" anchor="t" bIns="91425" lIns="91425" spcFirstLastPara="1" rIns="91425" wrap="square" tIns="91425">
            <a:noAutofit/>
          </a:bodyPr>
          <a:lstStyle/>
          <a:p>
            <a:pPr indent="6350" lvl="0" marL="0" rtl="0" algn="l">
              <a:lnSpc>
                <a:spcPct val="115000"/>
              </a:lnSpc>
              <a:spcBef>
                <a:spcPts val="0"/>
              </a:spcBef>
              <a:spcAft>
                <a:spcPts val="0"/>
              </a:spcAft>
              <a:buSzPts val="1300"/>
              <a:buChar char="●"/>
            </a:pPr>
            <a:r>
              <a:rPr b="0" lang="en" sz="1300">
                <a:highlight>
                  <a:schemeClr val="dk1"/>
                </a:highlight>
              </a:rPr>
              <a:t>Android Inc. was created by a group of experienced Californian mobile developers in 2003. </a:t>
            </a:r>
            <a:endParaRPr b="0" sz="1300">
              <a:highlight>
                <a:schemeClr val="dk1"/>
              </a:highlight>
            </a:endParaRPr>
          </a:p>
          <a:p>
            <a:pPr indent="6350" lvl="0" marL="0" rtl="0" algn="l">
              <a:lnSpc>
                <a:spcPct val="115000"/>
              </a:lnSpc>
              <a:spcBef>
                <a:spcPts val="0"/>
              </a:spcBef>
              <a:spcAft>
                <a:spcPts val="0"/>
              </a:spcAft>
              <a:buSzPts val="1300"/>
              <a:buChar char="●"/>
            </a:pPr>
            <a:r>
              <a:rPr b="0" lang="en" sz="1300">
                <a:highlight>
                  <a:schemeClr val="dk1"/>
                </a:highlight>
              </a:rPr>
              <a:t>They failed to secure investment for their digital camera operating system, so pivoted to creating a smartphone operating system to compete with Symbian and Windows Mobile (Which are both now defunct)</a:t>
            </a:r>
            <a:endParaRPr b="0" sz="1300">
              <a:highlight>
                <a:schemeClr val="dk1"/>
              </a:highlight>
            </a:endParaRPr>
          </a:p>
          <a:p>
            <a:pPr indent="6350" lvl="0" marL="0" rtl="0" algn="l">
              <a:lnSpc>
                <a:spcPct val="115000"/>
              </a:lnSpc>
              <a:spcBef>
                <a:spcPts val="0"/>
              </a:spcBef>
              <a:spcAft>
                <a:spcPts val="0"/>
              </a:spcAft>
              <a:buSzPts val="1300"/>
              <a:buChar char="●"/>
            </a:pPr>
            <a:r>
              <a:rPr b="0" lang="en" sz="1300">
                <a:highlight>
                  <a:schemeClr val="dk1"/>
                </a:highlight>
              </a:rPr>
              <a:t>By 2005, the company had been acquired by Google for $50M in what their VP later called their "best deal ever."</a:t>
            </a:r>
            <a:endParaRPr b="0" sz="1300">
              <a:highlight>
                <a:schemeClr val="dk1"/>
              </a:highlight>
            </a:endParaRPr>
          </a:p>
          <a:p>
            <a:pPr indent="6350" lvl="0" marL="0" rtl="0" algn="l">
              <a:lnSpc>
                <a:spcPct val="115000"/>
              </a:lnSpc>
              <a:spcBef>
                <a:spcPts val="0"/>
              </a:spcBef>
              <a:spcAft>
                <a:spcPts val="0"/>
              </a:spcAft>
              <a:buSzPts val="1300"/>
              <a:buChar char="●"/>
            </a:pPr>
            <a:r>
              <a:rPr b="0" lang="en" sz="1300">
                <a:highlight>
                  <a:schemeClr val="dk1"/>
                </a:highlight>
              </a:rPr>
              <a:t>In 2007 the “Open Handset Alliance” (Google, Motorola, Samsung, Sprint, T-Mobile, Qualcom) announced they were going to standardize an open source mobile OS</a:t>
            </a:r>
            <a:endParaRPr b="0" sz="1300">
              <a:highlight>
                <a:schemeClr val="dk1"/>
              </a:highlight>
            </a:endParaRPr>
          </a:p>
          <a:p>
            <a:pPr indent="6350" lvl="0" marL="0" rtl="0" algn="l">
              <a:lnSpc>
                <a:spcPct val="115000"/>
              </a:lnSpc>
              <a:spcBef>
                <a:spcPts val="0"/>
              </a:spcBef>
              <a:spcAft>
                <a:spcPts val="0"/>
              </a:spcAft>
              <a:buSzPts val="1300"/>
              <a:buChar char="●"/>
            </a:pPr>
            <a:r>
              <a:rPr b="0" lang="en" sz="1300">
                <a:highlight>
                  <a:schemeClr val="dk1"/>
                </a:highlight>
              </a:rPr>
              <a:t>The “Android Open Source Project” was launched: the OS would be developed by Google, but be open source. They also defined compatibility guidelines to work in this new ecosystem (compatibility test suite) </a:t>
            </a:r>
            <a:endParaRPr b="0" sz="1300">
              <a:highlight>
                <a:schemeClr val="dk1"/>
              </a:highlight>
            </a:endParaRPr>
          </a:p>
          <a:p>
            <a:pPr indent="6350" lvl="0" marL="0" rtl="0" algn="l">
              <a:lnSpc>
                <a:spcPct val="115000"/>
              </a:lnSpc>
              <a:spcBef>
                <a:spcPts val="0"/>
              </a:spcBef>
              <a:spcAft>
                <a:spcPts val="0"/>
              </a:spcAft>
              <a:buSzPts val="1300"/>
              <a:buChar char="●"/>
            </a:pPr>
            <a:r>
              <a:rPr b="0" lang="en" sz="1300">
                <a:highlight>
                  <a:schemeClr val="dk1"/>
                </a:highlight>
              </a:rPr>
              <a:t>Google used to literally have two branches for their Android source code, but that caused issues when merging private to public. Now they only release it at launches</a:t>
            </a:r>
            <a:endParaRPr b="0" sz="1300">
              <a:highlight>
                <a:schemeClr val="dk1"/>
              </a:highlight>
            </a:endParaRPr>
          </a:p>
        </p:txBody>
      </p:sp>
      <p:sp>
        <p:nvSpPr>
          <p:cNvPr id="128" name="Google Shape;128;p5"/>
          <p:cNvSpPr txBox="1"/>
          <p:nvPr/>
        </p:nvSpPr>
        <p:spPr>
          <a:xfrm>
            <a:off x="311700" y="150450"/>
            <a:ext cx="8031300" cy="661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100"/>
              <a:buFont typeface="Arial"/>
              <a:buNone/>
            </a:pPr>
            <a:r>
              <a:rPr b="1" i="0" lang="en" sz="3100" u="none" cap="none" strike="noStrike">
                <a:solidFill>
                  <a:schemeClr val="lt1"/>
                </a:solidFill>
                <a:highlight>
                  <a:schemeClr val="dk1"/>
                </a:highlight>
                <a:latin typeface="Courier"/>
                <a:ea typeface="Courier"/>
                <a:cs typeface="Courier"/>
                <a:sym typeface="Courier"/>
              </a:rPr>
              <a:t>Who created Android?</a:t>
            </a:r>
            <a:endParaRPr b="1" i="0" sz="3100" u="none" cap="none" strike="noStrike">
              <a:solidFill>
                <a:schemeClr val="lt1"/>
              </a:solidFill>
              <a:highlight>
                <a:schemeClr val="dk1"/>
              </a:highlight>
              <a:latin typeface="Courier"/>
              <a:ea typeface="Courier"/>
              <a:cs typeface="Courier"/>
              <a:sym typeface="Courie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6"/>
          <p:cNvSpPr txBox="1"/>
          <p:nvPr>
            <p:ph idx="1" type="subTitle"/>
          </p:nvPr>
        </p:nvSpPr>
        <p:spPr>
          <a:xfrm>
            <a:off x="226450" y="971550"/>
            <a:ext cx="8590500" cy="37920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SzPts val="1400"/>
              <a:buChar char="●"/>
            </a:pPr>
            <a:r>
              <a:rPr b="0" lang="en" sz="1400"/>
              <a:t>Part of the Android Software Development Kit</a:t>
            </a:r>
            <a:endParaRPr b="0" sz="1400"/>
          </a:p>
          <a:p>
            <a:pPr indent="-317500" lvl="0" marL="457200" rtl="0" algn="l">
              <a:lnSpc>
                <a:spcPct val="115000"/>
              </a:lnSpc>
              <a:spcBef>
                <a:spcPts val="0"/>
              </a:spcBef>
              <a:spcAft>
                <a:spcPts val="0"/>
              </a:spcAft>
              <a:buSzPts val="1400"/>
              <a:buChar char="●"/>
            </a:pPr>
            <a:r>
              <a:rPr b="0" lang="en" sz="1400"/>
              <a:t>Copy files to and from host computer, view logs, open a shell, etc.</a:t>
            </a:r>
            <a:endParaRPr b="0" sz="1400"/>
          </a:p>
          <a:p>
            <a:pPr indent="-317500" lvl="0" marL="457200" rtl="0" algn="l">
              <a:lnSpc>
                <a:spcPct val="115000"/>
              </a:lnSpc>
              <a:spcBef>
                <a:spcPts val="0"/>
              </a:spcBef>
              <a:spcAft>
                <a:spcPts val="0"/>
              </a:spcAft>
              <a:buSzPts val="1400"/>
              <a:buChar char="●"/>
            </a:pPr>
            <a:r>
              <a:rPr b="0" lang="en" sz="1400"/>
              <a:t>Runs as daemon (background process)</a:t>
            </a:r>
            <a:endParaRPr b="0" sz="1400"/>
          </a:p>
        </p:txBody>
      </p:sp>
      <p:sp>
        <p:nvSpPr>
          <p:cNvPr id="134" name="Google Shape;134;p6"/>
          <p:cNvSpPr txBox="1"/>
          <p:nvPr>
            <p:ph type="ctrTitle"/>
          </p:nvPr>
        </p:nvSpPr>
        <p:spPr>
          <a:xfrm>
            <a:off x="226450" y="211925"/>
            <a:ext cx="7836300" cy="669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100"/>
              <a:buNone/>
            </a:pPr>
            <a:r>
              <a:t/>
            </a:r>
            <a:endParaRPr>
              <a:highlight>
                <a:schemeClr val="dk1"/>
              </a:highlight>
            </a:endParaRPr>
          </a:p>
          <a:p>
            <a:pPr indent="0" lvl="0" marL="0" rtl="0" algn="l">
              <a:lnSpc>
                <a:spcPct val="100000"/>
              </a:lnSpc>
              <a:spcBef>
                <a:spcPts val="0"/>
              </a:spcBef>
              <a:spcAft>
                <a:spcPts val="0"/>
              </a:spcAft>
              <a:buSzPts val="3100"/>
              <a:buNone/>
            </a:pPr>
            <a:r>
              <a:t/>
            </a:r>
            <a:endParaRPr>
              <a:highlight>
                <a:schemeClr val="dk1"/>
              </a:highlight>
            </a:endParaRPr>
          </a:p>
          <a:p>
            <a:pPr indent="0" lvl="0" marL="0" rtl="0" algn="l">
              <a:lnSpc>
                <a:spcPct val="100000"/>
              </a:lnSpc>
              <a:spcBef>
                <a:spcPts val="0"/>
              </a:spcBef>
              <a:spcAft>
                <a:spcPts val="0"/>
              </a:spcAft>
              <a:buSzPts val="3100"/>
              <a:buNone/>
            </a:pPr>
            <a:r>
              <a:rPr lang="en">
                <a:highlight>
                  <a:schemeClr val="dk1"/>
                </a:highlight>
              </a:rPr>
              <a:t>Android Debug Bridge</a:t>
            </a:r>
            <a:endParaRPr>
              <a:highlight>
                <a:schemeClr val="dk1"/>
              </a:highlight>
            </a:endParaRPr>
          </a:p>
        </p:txBody>
      </p:sp>
      <p:sp>
        <p:nvSpPr>
          <p:cNvPr id="135" name="Google Shape;135;p6"/>
          <p:cNvSpPr txBox="1"/>
          <p:nvPr>
            <p:ph type="ctrTitle"/>
          </p:nvPr>
        </p:nvSpPr>
        <p:spPr>
          <a:xfrm>
            <a:off x="226450" y="1769050"/>
            <a:ext cx="2343300" cy="669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100"/>
              <a:buNone/>
            </a:pPr>
            <a:r>
              <a:t/>
            </a:r>
            <a:endParaRPr>
              <a:highlight>
                <a:schemeClr val="dk1"/>
              </a:highlight>
            </a:endParaRPr>
          </a:p>
          <a:p>
            <a:pPr indent="0" lvl="0" marL="0" rtl="0" algn="l">
              <a:lnSpc>
                <a:spcPct val="100000"/>
              </a:lnSpc>
              <a:spcBef>
                <a:spcPts val="0"/>
              </a:spcBef>
              <a:spcAft>
                <a:spcPts val="0"/>
              </a:spcAft>
              <a:buSzPts val="3100"/>
              <a:buNone/>
            </a:pPr>
            <a:r>
              <a:t/>
            </a:r>
            <a:endParaRPr>
              <a:highlight>
                <a:schemeClr val="dk1"/>
              </a:highlight>
            </a:endParaRPr>
          </a:p>
          <a:p>
            <a:pPr indent="0" lvl="0" marL="0" rtl="0" algn="l">
              <a:lnSpc>
                <a:spcPct val="100000"/>
              </a:lnSpc>
              <a:spcBef>
                <a:spcPts val="0"/>
              </a:spcBef>
              <a:spcAft>
                <a:spcPts val="0"/>
              </a:spcAft>
              <a:buSzPts val="3100"/>
              <a:buNone/>
            </a:pPr>
            <a:r>
              <a:rPr lang="en" sz="2300">
                <a:highlight>
                  <a:schemeClr val="dk1"/>
                </a:highlight>
              </a:rPr>
              <a:t>Wired ADB</a:t>
            </a:r>
            <a:endParaRPr sz="2300">
              <a:highlight>
                <a:schemeClr val="dk1"/>
              </a:highlight>
            </a:endParaRPr>
          </a:p>
        </p:txBody>
      </p:sp>
      <p:sp>
        <p:nvSpPr>
          <p:cNvPr id="136" name="Google Shape;136;p6"/>
          <p:cNvSpPr txBox="1"/>
          <p:nvPr>
            <p:ph idx="1" type="subTitle"/>
          </p:nvPr>
        </p:nvSpPr>
        <p:spPr>
          <a:xfrm>
            <a:off x="169675" y="2438650"/>
            <a:ext cx="3893100" cy="13623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SzPts val="1200"/>
              <a:buAutoNum type="arabicPeriod"/>
            </a:pPr>
            <a:r>
              <a:rPr b="0" lang="en" sz="1200"/>
              <a:t>Host (PC) starts ADB server listening on TCP port 5037</a:t>
            </a:r>
            <a:endParaRPr b="0" sz="1200"/>
          </a:p>
          <a:p>
            <a:pPr indent="-304800" lvl="0" marL="457200" rtl="0" algn="l">
              <a:lnSpc>
                <a:spcPct val="115000"/>
              </a:lnSpc>
              <a:spcBef>
                <a:spcPts val="0"/>
              </a:spcBef>
              <a:spcAft>
                <a:spcPts val="0"/>
              </a:spcAft>
              <a:buSzPts val="1200"/>
              <a:buAutoNum type="arabicPeriod"/>
            </a:pPr>
            <a:r>
              <a:rPr b="0" lang="en" sz="1200"/>
              <a:t>Upon ADB client request, scans USB and establishes connection with adbd</a:t>
            </a:r>
            <a:endParaRPr b="0" sz="1200"/>
          </a:p>
          <a:p>
            <a:pPr indent="-304800" lvl="0" marL="457200" rtl="0" algn="l">
              <a:lnSpc>
                <a:spcPct val="115000"/>
              </a:lnSpc>
              <a:spcBef>
                <a:spcPts val="0"/>
              </a:spcBef>
              <a:spcAft>
                <a:spcPts val="0"/>
              </a:spcAft>
              <a:buSzPts val="1200"/>
              <a:buAutoNum type="arabicPeriod"/>
            </a:pPr>
            <a:r>
              <a:rPr b="0" lang="en" sz="1200"/>
              <a:t>Prompts </a:t>
            </a:r>
            <a:r>
              <a:rPr b="0" lang="en" sz="1200"/>
              <a:t>device user for authorization</a:t>
            </a:r>
            <a:endParaRPr b="0" sz="1200"/>
          </a:p>
          <a:p>
            <a:pPr indent="-304800" lvl="0" marL="457200" rtl="0" algn="l">
              <a:lnSpc>
                <a:spcPct val="115000"/>
              </a:lnSpc>
              <a:spcBef>
                <a:spcPts val="0"/>
              </a:spcBef>
              <a:spcAft>
                <a:spcPts val="0"/>
              </a:spcAft>
              <a:buSzPts val="1200"/>
              <a:buAutoNum type="arabicPeriod"/>
            </a:pPr>
            <a:r>
              <a:rPr b="0" lang="en" sz="1200"/>
              <a:t>On first connect, if device agrees, the client’s public key is stored. Otherwise signature checked (RSA)</a:t>
            </a:r>
            <a:endParaRPr b="0" sz="1200"/>
          </a:p>
          <a:p>
            <a:pPr indent="-304800" lvl="0" marL="457200" rtl="0" algn="l">
              <a:lnSpc>
                <a:spcPct val="115000"/>
              </a:lnSpc>
              <a:spcBef>
                <a:spcPts val="0"/>
              </a:spcBef>
              <a:spcAft>
                <a:spcPts val="0"/>
              </a:spcAft>
              <a:buSzPts val="1200"/>
              <a:buAutoNum type="arabicPeriod"/>
            </a:pPr>
            <a:r>
              <a:rPr b="0" lang="en" sz="1200"/>
              <a:t>ADB connection established</a:t>
            </a:r>
            <a:endParaRPr b="0" sz="1200"/>
          </a:p>
        </p:txBody>
      </p:sp>
      <p:sp>
        <p:nvSpPr>
          <p:cNvPr id="137" name="Google Shape;137;p6"/>
          <p:cNvSpPr txBox="1"/>
          <p:nvPr>
            <p:ph type="ctrTitle"/>
          </p:nvPr>
        </p:nvSpPr>
        <p:spPr>
          <a:xfrm>
            <a:off x="4167675" y="1769050"/>
            <a:ext cx="4087800" cy="669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100"/>
              <a:buNone/>
            </a:pPr>
            <a:r>
              <a:rPr lang="en" sz="2300">
                <a:highlight>
                  <a:schemeClr val="dk1"/>
                </a:highlight>
              </a:rPr>
              <a:t>Paired </a:t>
            </a:r>
            <a:r>
              <a:rPr lang="en" sz="2300">
                <a:highlight>
                  <a:schemeClr val="dk1"/>
                </a:highlight>
              </a:rPr>
              <a:t>Wireless</a:t>
            </a:r>
            <a:r>
              <a:rPr lang="en" sz="2300">
                <a:highlight>
                  <a:schemeClr val="dk1"/>
                </a:highlight>
              </a:rPr>
              <a:t> ADB</a:t>
            </a:r>
            <a:endParaRPr sz="2300">
              <a:highlight>
                <a:schemeClr val="dk1"/>
              </a:highlight>
            </a:endParaRPr>
          </a:p>
        </p:txBody>
      </p:sp>
      <p:sp>
        <p:nvSpPr>
          <p:cNvPr id="138" name="Google Shape;138;p6"/>
          <p:cNvSpPr txBox="1"/>
          <p:nvPr>
            <p:ph idx="1" type="subTitle"/>
          </p:nvPr>
        </p:nvSpPr>
        <p:spPr>
          <a:xfrm>
            <a:off x="4239125" y="2486175"/>
            <a:ext cx="4330200" cy="1362300"/>
          </a:xfrm>
          <a:prstGeom prst="rect">
            <a:avLst/>
          </a:prstGeom>
          <a:noFill/>
          <a:ln>
            <a:noFill/>
          </a:ln>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SzPts val="1300"/>
              <a:buAutoNum type="arabicPeriod"/>
            </a:pPr>
            <a:r>
              <a:rPr b="0" lang="en" sz="1300"/>
              <a:t>When prompted by user, device opens random pairing port for ADB and generates pairing code</a:t>
            </a:r>
            <a:endParaRPr b="0" sz="1300"/>
          </a:p>
          <a:p>
            <a:pPr indent="-311150" lvl="0" marL="457200" rtl="0" algn="l">
              <a:lnSpc>
                <a:spcPct val="115000"/>
              </a:lnSpc>
              <a:spcBef>
                <a:spcPts val="0"/>
              </a:spcBef>
              <a:spcAft>
                <a:spcPts val="0"/>
              </a:spcAft>
              <a:buSzPts val="1300"/>
              <a:buAutoNum type="arabicPeriod"/>
            </a:pPr>
            <a:r>
              <a:rPr b="0" lang="en" sz="1300"/>
              <a:t>Host on same network (or SSH, or VPN) runs pairing command and enters code</a:t>
            </a:r>
            <a:endParaRPr b="0" sz="1300"/>
          </a:p>
          <a:p>
            <a:pPr indent="-311150" lvl="0" marL="457200" rtl="0" algn="l">
              <a:lnSpc>
                <a:spcPct val="115000"/>
              </a:lnSpc>
              <a:spcBef>
                <a:spcPts val="0"/>
              </a:spcBef>
              <a:spcAft>
                <a:spcPts val="0"/>
              </a:spcAft>
              <a:buSzPts val="1300"/>
              <a:buAutoNum type="arabicPeriod"/>
            </a:pPr>
            <a:r>
              <a:rPr b="0" lang="en" sz="1300"/>
              <a:t>RSA and user authorization</a:t>
            </a:r>
            <a:endParaRPr b="0" sz="1300"/>
          </a:p>
          <a:p>
            <a:pPr indent="-311150" lvl="0" marL="457200" rtl="0" algn="l">
              <a:lnSpc>
                <a:spcPct val="115000"/>
              </a:lnSpc>
              <a:spcBef>
                <a:spcPts val="0"/>
              </a:spcBef>
              <a:spcAft>
                <a:spcPts val="0"/>
              </a:spcAft>
              <a:buSzPts val="1300"/>
              <a:buAutoNum type="arabicPeriod"/>
            </a:pPr>
            <a:r>
              <a:rPr b="0" lang="en" sz="1300"/>
              <a:t>Pairing port is closed and connection is established on a port automatically chosen by the device (TCP)</a:t>
            </a:r>
            <a:endParaRPr b="0" sz="13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b9224b0e4a_1_3"/>
          <p:cNvSpPr txBox="1"/>
          <p:nvPr>
            <p:ph idx="1" type="subTitle"/>
          </p:nvPr>
        </p:nvSpPr>
        <p:spPr>
          <a:xfrm>
            <a:off x="311700" y="1057125"/>
            <a:ext cx="8520600" cy="3792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0" lang="en"/>
              <a:t>Android &lt;4.1: No authentication system, sometimes on by default, fixed wireless ADB port of 5555. Very vulnerable to scanning</a:t>
            </a:r>
            <a:endParaRPr b="0"/>
          </a:p>
          <a:p>
            <a:pPr indent="0" lvl="0" marL="457200" rtl="0" algn="l">
              <a:spcBef>
                <a:spcPts val="0"/>
              </a:spcBef>
              <a:spcAft>
                <a:spcPts val="0"/>
              </a:spcAft>
              <a:buNone/>
            </a:pPr>
            <a:r>
              <a:t/>
            </a:r>
            <a:endParaRPr b="0"/>
          </a:p>
          <a:p>
            <a:pPr indent="-342900" lvl="0" marL="457200" rtl="0" algn="l">
              <a:spcBef>
                <a:spcPts val="0"/>
              </a:spcBef>
              <a:spcAft>
                <a:spcPts val="0"/>
              </a:spcAft>
              <a:buSzPts val="1800"/>
              <a:buChar char="●"/>
            </a:pPr>
            <a:r>
              <a:rPr b="0" lang="en"/>
              <a:t>Android 4.2 - 10: RSA and user authentication required, wireless port can be changed (still defaults to 5555). But no transport encryption, and ports would stay listening once opened. Vulnerable to TOFU MITM</a:t>
            </a:r>
            <a:endParaRPr b="0"/>
          </a:p>
          <a:p>
            <a:pPr indent="0" lvl="0" marL="457200" rtl="0" algn="l">
              <a:spcBef>
                <a:spcPts val="0"/>
              </a:spcBef>
              <a:spcAft>
                <a:spcPts val="0"/>
              </a:spcAft>
              <a:buNone/>
            </a:pPr>
            <a:r>
              <a:t/>
            </a:r>
            <a:endParaRPr b="0"/>
          </a:p>
          <a:p>
            <a:pPr indent="-342900" lvl="0" marL="457200" rtl="0" algn="l">
              <a:spcBef>
                <a:spcPts val="0"/>
              </a:spcBef>
              <a:spcAft>
                <a:spcPts val="0"/>
              </a:spcAft>
              <a:buSzPts val="1800"/>
              <a:buChar char="●"/>
            </a:pPr>
            <a:r>
              <a:rPr b="0" lang="en"/>
              <a:t>Android 11+: Encrypted traffic, random pairing port and authentication code each time prevents impersonation. But, TCP ports can still be manually exposed </a:t>
            </a:r>
            <a:endParaRPr b="0"/>
          </a:p>
        </p:txBody>
      </p:sp>
      <p:sp>
        <p:nvSpPr>
          <p:cNvPr id="144" name="Google Shape;144;g3b9224b0e4a_1_3"/>
          <p:cNvSpPr txBox="1"/>
          <p:nvPr>
            <p:ph type="ctrTitle"/>
          </p:nvPr>
        </p:nvSpPr>
        <p:spPr>
          <a:xfrm>
            <a:off x="311700" y="211913"/>
            <a:ext cx="7377000" cy="669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Historical Problems With ADB</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g3b9224b0e4a_1_8"/>
          <p:cNvSpPr txBox="1"/>
          <p:nvPr>
            <p:ph idx="1" type="subTitle"/>
          </p:nvPr>
        </p:nvSpPr>
        <p:spPr>
          <a:xfrm>
            <a:off x="311700" y="1057125"/>
            <a:ext cx="8520600" cy="3792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RageAgainstTheCage</a:t>
            </a:r>
            <a:r>
              <a:rPr b="0" lang="en"/>
              <a:t>(</a:t>
            </a:r>
            <a:r>
              <a:rPr b="0" lang="en"/>
              <a:t>1.6-2.2)</a:t>
            </a:r>
            <a:r>
              <a:rPr lang="en"/>
              <a:t>:</a:t>
            </a:r>
            <a:r>
              <a:rPr b="0" lang="en"/>
              <a:t> By reaching max process limit, ADB will fail to drop </a:t>
            </a:r>
            <a:r>
              <a:rPr b="0" lang="en"/>
              <a:t>privileges </a:t>
            </a:r>
            <a:r>
              <a:rPr b="0" lang="en"/>
              <a:t>and run as root </a:t>
            </a:r>
            <a:endParaRPr b="0"/>
          </a:p>
          <a:p>
            <a:pPr indent="0" lvl="0" marL="457200" rtl="0" algn="l">
              <a:spcBef>
                <a:spcPts val="0"/>
              </a:spcBef>
              <a:spcAft>
                <a:spcPts val="0"/>
              </a:spcAft>
              <a:buNone/>
            </a:pPr>
            <a:r>
              <a:t/>
            </a:r>
            <a:endParaRPr b="0"/>
          </a:p>
          <a:p>
            <a:pPr indent="-342900" lvl="0" marL="457200" rtl="0" algn="l">
              <a:spcBef>
                <a:spcPts val="0"/>
              </a:spcBef>
              <a:spcAft>
                <a:spcPts val="0"/>
              </a:spcAft>
              <a:buSzPts val="1800"/>
              <a:buChar char="●"/>
            </a:pPr>
            <a:r>
              <a:rPr lang="en"/>
              <a:t>Modem Takeover</a:t>
            </a:r>
            <a:r>
              <a:rPr b="0" lang="en"/>
              <a:t>(2017)</a:t>
            </a:r>
            <a:r>
              <a:rPr lang="en"/>
              <a:t>: </a:t>
            </a:r>
            <a:r>
              <a:rPr b="0" lang="en"/>
              <a:t>PC malware and ADB-enabled phone allow </a:t>
            </a:r>
            <a:r>
              <a:rPr b="0" lang="en"/>
              <a:t>attackers to use PC ADB to boot phone into modem diagnostics</a:t>
            </a:r>
            <a:endParaRPr b="0"/>
          </a:p>
          <a:p>
            <a:pPr indent="0" lvl="0" marL="457200" rtl="0" algn="l">
              <a:spcBef>
                <a:spcPts val="0"/>
              </a:spcBef>
              <a:spcAft>
                <a:spcPts val="0"/>
              </a:spcAft>
              <a:buNone/>
            </a:pPr>
            <a:r>
              <a:t/>
            </a:r>
            <a:endParaRPr b="0"/>
          </a:p>
          <a:p>
            <a:pPr indent="-342900" lvl="0" marL="457200" rtl="0" algn="l">
              <a:spcBef>
                <a:spcPts val="0"/>
              </a:spcBef>
              <a:spcAft>
                <a:spcPts val="0"/>
              </a:spcAft>
              <a:buSzPts val="1800"/>
              <a:buChar char="●"/>
            </a:pPr>
            <a:r>
              <a:rPr lang="en"/>
              <a:t>Botnets:</a:t>
            </a:r>
            <a:r>
              <a:rPr b="0" lang="en"/>
              <a:t> Too many to name. Often fixed port and known CNXN packet made it easy to scan for open ADB connections. Android cloud emulation often ran as root. IoT Android forks often don’t have the same protections or are misconfigured</a:t>
            </a:r>
            <a:endParaRPr b="0"/>
          </a:p>
        </p:txBody>
      </p:sp>
      <p:sp>
        <p:nvSpPr>
          <p:cNvPr id="150" name="Google Shape;150;g3b9224b0e4a_1_8"/>
          <p:cNvSpPr txBox="1"/>
          <p:nvPr>
            <p:ph type="ctrTitle"/>
          </p:nvPr>
        </p:nvSpPr>
        <p:spPr>
          <a:xfrm>
            <a:off x="311700" y="211913"/>
            <a:ext cx="7377000" cy="669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Examples of Exploitation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g3b9224b0e4a_1_14"/>
          <p:cNvSpPr txBox="1"/>
          <p:nvPr>
            <p:ph idx="1" type="subTitle"/>
          </p:nvPr>
        </p:nvSpPr>
        <p:spPr>
          <a:xfrm>
            <a:off x="311700" y="1057125"/>
            <a:ext cx="8520600" cy="3792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0" lang="en"/>
              <a:t>ADB vulnerabilities on properly configured modern smartphones are basically gone, mainly IoT is vulnerable nowadays</a:t>
            </a:r>
            <a:endParaRPr b="0"/>
          </a:p>
          <a:p>
            <a:pPr indent="-342900" lvl="0" marL="457200" rtl="0" algn="l">
              <a:spcBef>
                <a:spcPts val="0"/>
              </a:spcBef>
              <a:spcAft>
                <a:spcPts val="0"/>
              </a:spcAft>
              <a:buSzPts val="1800"/>
              <a:buChar char="●"/>
            </a:pPr>
            <a:r>
              <a:rPr b="0" lang="en"/>
              <a:t>But here’s a contrived way you </a:t>
            </a:r>
            <a:r>
              <a:rPr b="0" lang="en"/>
              <a:t>could maliciously use ADB (if the stars aligned)</a:t>
            </a:r>
            <a:endParaRPr b="0"/>
          </a:p>
          <a:p>
            <a:pPr indent="-342900" lvl="0" marL="457200" rtl="0" algn="l">
              <a:spcBef>
                <a:spcPts val="0"/>
              </a:spcBef>
              <a:spcAft>
                <a:spcPts val="0"/>
              </a:spcAft>
              <a:buSzPts val="1800"/>
              <a:buChar char="●"/>
            </a:pPr>
            <a:r>
              <a:rPr b="0" lang="en"/>
              <a:t>Moral of the story: don’t enable dev options on Android</a:t>
            </a:r>
            <a:endParaRPr b="0"/>
          </a:p>
        </p:txBody>
      </p:sp>
      <p:sp>
        <p:nvSpPr>
          <p:cNvPr id="156" name="Google Shape;156;g3b9224b0e4a_1_14"/>
          <p:cNvSpPr txBox="1"/>
          <p:nvPr>
            <p:ph type="ctrTitle"/>
          </p:nvPr>
        </p:nvSpPr>
        <p:spPr>
          <a:xfrm>
            <a:off x="311700" y="211913"/>
            <a:ext cx="7377000" cy="669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900"/>
              <a:t>ADB ”””Evil Maid Attack””” Demo</a:t>
            </a:r>
            <a:endParaRPr sz="29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60" name="Shape 160"/>
        <p:cNvGrpSpPr/>
        <p:nvPr/>
      </p:nvGrpSpPr>
      <p:grpSpPr>
        <a:xfrm>
          <a:off x="0" y="0"/>
          <a:ext cx="0" cy="0"/>
          <a:chOff x="0" y="0"/>
          <a:chExt cx="0" cy="0"/>
        </a:xfrm>
      </p:grpSpPr>
      <p:sp>
        <p:nvSpPr>
          <p:cNvPr id="161" name="Google Shape;161;p7"/>
          <p:cNvSpPr txBox="1"/>
          <p:nvPr>
            <p:ph type="ctrTitle"/>
          </p:nvPr>
        </p:nvSpPr>
        <p:spPr>
          <a:xfrm>
            <a:off x="311700" y="96850"/>
            <a:ext cx="8520600" cy="899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Clr>
                <a:schemeClr val="dk1"/>
              </a:buClr>
              <a:buSzPts val="990"/>
              <a:buFont typeface="Arial"/>
              <a:buNone/>
            </a:pPr>
            <a:r>
              <a:rPr b="1" lang="en">
                <a:solidFill>
                  <a:srgbClr val="00FF00"/>
                </a:solidFill>
                <a:latin typeface="Courier"/>
                <a:ea typeface="Courier"/>
                <a:cs typeface="Courier"/>
                <a:sym typeface="Courier"/>
              </a:rPr>
              <a:t>Thank you!</a:t>
            </a:r>
            <a:endParaRPr b="1">
              <a:solidFill>
                <a:srgbClr val="00FF00"/>
              </a:solidFill>
              <a:latin typeface="Courier"/>
              <a:ea typeface="Courier"/>
              <a:cs typeface="Courier"/>
              <a:sym typeface="Courier"/>
            </a:endParaRPr>
          </a:p>
        </p:txBody>
      </p:sp>
      <p:sp>
        <p:nvSpPr>
          <p:cNvPr id="162" name="Google Shape;162;p7"/>
          <p:cNvSpPr txBox="1"/>
          <p:nvPr>
            <p:ph idx="1" type="subTitle"/>
          </p:nvPr>
        </p:nvSpPr>
        <p:spPr>
          <a:xfrm>
            <a:off x="1270574" y="3784400"/>
            <a:ext cx="2635800" cy="5160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935"/>
              <a:buNone/>
            </a:pPr>
            <a:r>
              <a:rPr b="1" lang="en" sz="2200">
                <a:solidFill>
                  <a:schemeClr val="lt1"/>
                </a:solidFill>
                <a:highlight>
                  <a:schemeClr val="dk1"/>
                </a:highlight>
                <a:latin typeface="Courier"/>
                <a:ea typeface="Courier"/>
                <a:cs typeface="Courier"/>
                <a:sym typeface="Courier"/>
              </a:rPr>
              <a:t>Discord Server</a:t>
            </a:r>
            <a:endParaRPr b="1" sz="2200">
              <a:solidFill>
                <a:schemeClr val="lt1"/>
              </a:solidFill>
              <a:highlight>
                <a:schemeClr val="dk1"/>
              </a:highlight>
              <a:latin typeface="Courier"/>
              <a:ea typeface="Courier"/>
              <a:cs typeface="Courier"/>
              <a:sym typeface="Courier"/>
            </a:endParaRPr>
          </a:p>
          <a:p>
            <a:pPr indent="0" lvl="0" marL="0" rtl="0" algn="l">
              <a:lnSpc>
                <a:spcPct val="80000"/>
              </a:lnSpc>
              <a:spcBef>
                <a:spcPts val="0"/>
              </a:spcBef>
              <a:spcAft>
                <a:spcPts val="0"/>
              </a:spcAft>
              <a:buSzPts val="935"/>
              <a:buNone/>
            </a:pPr>
            <a:r>
              <a:t/>
            </a:r>
            <a:endParaRPr b="1" sz="2200">
              <a:solidFill>
                <a:schemeClr val="lt1"/>
              </a:solidFill>
              <a:highlight>
                <a:schemeClr val="dk1"/>
              </a:highlight>
              <a:latin typeface="Courier"/>
              <a:ea typeface="Courier"/>
              <a:cs typeface="Courier"/>
              <a:sym typeface="Courier"/>
            </a:endParaRPr>
          </a:p>
          <a:p>
            <a:pPr indent="0" lvl="0" marL="0" rtl="0" algn="l">
              <a:lnSpc>
                <a:spcPct val="80000"/>
              </a:lnSpc>
              <a:spcBef>
                <a:spcPts val="0"/>
              </a:spcBef>
              <a:spcAft>
                <a:spcPts val="0"/>
              </a:spcAft>
              <a:buSzPts val="935"/>
              <a:buNone/>
            </a:pPr>
            <a:r>
              <a:t/>
            </a:r>
            <a:endParaRPr b="1" sz="2200">
              <a:solidFill>
                <a:schemeClr val="lt1"/>
              </a:solidFill>
              <a:highlight>
                <a:schemeClr val="dk1"/>
              </a:highlight>
              <a:latin typeface="Courier"/>
              <a:ea typeface="Courier"/>
              <a:cs typeface="Courier"/>
              <a:sym typeface="Courier"/>
            </a:endParaRPr>
          </a:p>
          <a:p>
            <a:pPr indent="0" lvl="0" marL="0" rtl="0" algn="l">
              <a:lnSpc>
                <a:spcPct val="80000"/>
              </a:lnSpc>
              <a:spcBef>
                <a:spcPts val="0"/>
              </a:spcBef>
              <a:spcAft>
                <a:spcPts val="0"/>
              </a:spcAft>
              <a:buSzPts val="935"/>
              <a:buNone/>
            </a:pPr>
            <a:r>
              <a:t/>
            </a:r>
            <a:endParaRPr b="1" sz="2200">
              <a:solidFill>
                <a:schemeClr val="lt1"/>
              </a:solidFill>
              <a:highlight>
                <a:schemeClr val="dk1"/>
              </a:highlight>
              <a:latin typeface="Courier"/>
              <a:ea typeface="Courier"/>
              <a:cs typeface="Courier"/>
              <a:sym typeface="Courier"/>
            </a:endParaRPr>
          </a:p>
        </p:txBody>
      </p:sp>
      <p:pic>
        <p:nvPicPr>
          <p:cNvPr id="163" name="Google Shape;163;p7" title="csglogo.jpeg"/>
          <p:cNvPicPr preferRelativeResize="0"/>
          <p:nvPr/>
        </p:nvPicPr>
        <p:blipFill rotWithShape="1">
          <a:blip r:embed="rId3">
            <a:alphaModFix/>
          </a:blip>
          <a:srcRect b="0" l="0" r="0" t="0"/>
          <a:stretch/>
        </p:blipFill>
        <p:spPr>
          <a:xfrm>
            <a:off x="7977400" y="36288"/>
            <a:ext cx="1020825" cy="1020825"/>
          </a:xfrm>
          <a:prstGeom prst="rect">
            <a:avLst/>
          </a:prstGeom>
          <a:noFill/>
          <a:ln>
            <a:noFill/>
          </a:ln>
        </p:spPr>
      </p:pic>
      <p:pic>
        <p:nvPicPr>
          <p:cNvPr id="164" name="Google Shape;164;p7" title="qrcode.png"/>
          <p:cNvPicPr preferRelativeResize="0"/>
          <p:nvPr/>
        </p:nvPicPr>
        <p:blipFill rotWithShape="1">
          <a:blip r:embed="rId4">
            <a:alphaModFix/>
          </a:blip>
          <a:srcRect b="0" l="0" r="0" t="0"/>
          <a:stretch/>
        </p:blipFill>
        <p:spPr>
          <a:xfrm>
            <a:off x="1324633" y="1294098"/>
            <a:ext cx="2408400" cy="2408400"/>
          </a:xfrm>
          <a:prstGeom prst="rect">
            <a:avLst/>
          </a:prstGeom>
          <a:noFill/>
          <a:ln>
            <a:noFill/>
          </a:ln>
        </p:spPr>
      </p:pic>
      <p:pic>
        <p:nvPicPr>
          <p:cNvPr id="165" name="Google Shape;165;p7"/>
          <p:cNvPicPr preferRelativeResize="0"/>
          <p:nvPr/>
        </p:nvPicPr>
        <p:blipFill rotWithShape="1">
          <a:blip r:embed="rId5">
            <a:alphaModFix/>
          </a:blip>
          <a:srcRect b="0" l="0" r="0" t="0"/>
          <a:stretch/>
        </p:blipFill>
        <p:spPr>
          <a:xfrm>
            <a:off x="5567858" y="1294109"/>
            <a:ext cx="2408400" cy="2408400"/>
          </a:xfrm>
          <a:prstGeom prst="rect">
            <a:avLst/>
          </a:prstGeom>
          <a:noFill/>
          <a:ln>
            <a:noFill/>
          </a:ln>
        </p:spPr>
      </p:pic>
      <p:sp>
        <p:nvSpPr>
          <p:cNvPr id="166" name="Google Shape;166;p7"/>
          <p:cNvSpPr txBox="1"/>
          <p:nvPr>
            <p:ph idx="1" type="subTitle"/>
          </p:nvPr>
        </p:nvSpPr>
        <p:spPr>
          <a:xfrm>
            <a:off x="5828549" y="3784400"/>
            <a:ext cx="1887000" cy="5160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935"/>
              <a:buNone/>
            </a:pPr>
            <a:r>
              <a:rPr b="1" lang="en" sz="2200">
                <a:solidFill>
                  <a:schemeClr val="lt1"/>
                </a:solidFill>
                <a:highlight>
                  <a:schemeClr val="dk1"/>
                </a:highlight>
                <a:latin typeface="Courier"/>
                <a:ea typeface="Courier"/>
                <a:cs typeface="Courier"/>
                <a:sym typeface="Courier"/>
              </a:rPr>
              <a:t>Instagram</a:t>
            </a:r>
            <a:endParaRPr b="1" sz="2200">
              <a:solidFill>
                <a:schemeClr val="lt1"/>
              </a:solidFill>
              <a:highlight>
                <a:schemeClr val="dk1"/>
              </a:highlight>
              <a:latin typeface="Courier"/>
              <a:ea typeface="Courier"/>
              <a:cs typeface="Courier"/>
              <a:sym typeface="Courier"/>
            </a:endParaRPr>
          </a:p>
        </p:txBody>
      </p:sp>
      <p:sp>
        <p:nvSpPr>
          <p:cNvPr id="167" name="Google Shape;167;p7"/>
          <p:cNvSpPr txBox="1"/>
          <p:nvPr>
            <p:ph idx="1" type="subTitle"/>
          </p:nvPr>
        </p:nvSpPr>
        <p:spPr>
          <a:xfrm>
            <a:off x="3254096" y="4382288"/>
            <a:ext cx="2635800" cy="5160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935"/>
              <a:buNone/>
            </a:pPr>
            <a:r>
              <a:rPr b="1" lang="en" sz="3000">
                <a:solidFill>
                  <a:srgbClr val="00FF00"/>
                </a:solidFill>
                <a:highlight>
                  <a:schemeClr val="dk1"/>
                </a:highlight>
                <a:latin typeface="Courier"/>
                <a:ea typeface="Courier"/>
                <a:cs typeface="Courier"/>
                <a:sym typeface="Courier"/>
              </a:rPr>
              <a:t>Questions?</a:t>
            </a:r>
            <a:endParaRPr b="1" sz="3000">
              <a:solidFill>
                <a:srgbClr val="00FF00"/>
              </a:solidFill>
              <a:highlight>
                <a:schemeClr val="dk1"/>
              </a:highlight>
              <a:latin typeface="Courier"/>
              <a:ea typeface="Courier"/>
              <a:cs typeface="Courier"/>
              <a:sym typeface="Courie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